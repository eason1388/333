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beaa4eb14c4adc" /><Relationship Type="http://schemas.openxmlformats.org/officeDocument/2006/relationships/extended-properties" Target="/docProps/app.xml" Id="R8895d8d776654dbd" /><Relationship Type="http://schemas.openxmlformats.org/officeDocument/2006/relationships/officeDocument" Target="/ppt/presentation.xml" Id="R69be7e82935745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421049bedb4cb9"/>
  </p:sldMasterIdLst>
  <p:notesMasterIdLst>
    <p:notesMasterId xmlns:r="http://schemas.openxmlformats.org/officeDocument/2006/relationships" r:id="Re8fd3bc51a0d4362"/>
  </p:notesMasterIdLst>
  <p:sldIdLst>
    <p:sldId xmlns:r="http://schemas.openxmlformats.org/officeDocument/2006/relationships" id="256" r:id="R3764b98cdf2241c3"/>
    <p:sldId xmlns:r="http://schemas.openxmlformats.org/officeDocument/2006/relationships" id="257" r:id="Rb03da88ded604022"/>
    <p:sldId xmlns:r="http://schemas.openxmlformats.org/officeDocument/2006/relationships" id="258" r:id="R29ea364c29fd4bcb"/>
    <p:sldId xmlns:r="http://schemas.openxmlformats.org/officeDocument/2006/relationships" id="259" r:id="Rd44f4b9760014547"/>
    <p:sldId xmlns:r="http://schemas.openxmlformats.org/officeDocument/2006/relationships" id="260" r:id="R2825c510a0eb4641"/>
    <p:sldId xmlns:r="http://schemas.openxmlformats.org/officeDocument/2006/relationships" id="261" r:id="Rf50c1cfedf2242ab"/>
    <p:sldId xmlns:r="http://schemas.openxmlformats.org/officeDocument/2006/relationships" id="262" r:id="R888813ceecf74bf4"/>
    <p:sldId xmlns:r="http://schemas.openxmlformats.org/officeDocument/2006/relationships" id="263" r:id="R532bbbe852754e49"/>
    <p:sldId xmlns:r="http://schemas.openxmlformats.org/officeDocument/2006/relationships" id="264" r:id="Reaaf44d5f2e4429a"/>
    <p:sldId xmlns:r="http://schemas.openxmlformats.org/officeDocument/2006/relationships" id="265" r:id="R9600f2fb05504e3c"/>
    <p:sldId xmlns:r="http://schemas.openxmlformats.org/officeDocument/2006/relationships" id="266" r:id="R773987c5f4d8403c"/>
    <p:sldId xmlns:r="http://schemas.openxmlformats.org/officeDocument/2006/relationships" id="267" r:id="R886850a8509f496a"/>
    <p:sldId xmlns:r="http://schemas.openxmlformats.org/officeDocument/2006/relationships" id="268" r:id="Rbec647e3d1c3404a"/>
    <p:sldId xmlns:r="http://schemas.openxmlformats.org/officeDocument/2006/relationships" id="269" r:id="R9063ff9fdd314be9"/>
    <p:sldId xmlns:r="http://schemas.openxmlformats.org/officeDocument/2006/relationships" id="270" r:id="Re23a3d6741d142ee"/>
    <p:sldId xmlns:r="http://schemas.openxmlformats.org/officeDocument/2006/relationships" id="271" r:id="R14d5224653b34b37"/>
    <p:sldId xmlns:r="http://schemas.openxmlformats.org/officeDocument/2006/relationships" id="272" r:id="Ra0614ff8c12f46dd"/>
    <p:sldId xmlns:r="http://schemas.openxmlformats.org/officeDocument/2006/relationships" id="273" r:id="Ra821138a3c244eb6"/>
    <p:sldId xmlns:r="http://schemas.openxmlformats.org/officeDocument/2006/relationships" id="274" r:id="R31385e3707364adb"/>
    <p:sldId xmlns:r="http://schemas.openxmlformats.org/officeDocument/2006/relationships" id="275" r:id="R5d869aced9324692"/>
    <p:sldId xmlns:r="http://schemas.openxmlformats.org/officeDocument/2006/relationships" id="276" r:id="R8a15d5a9303f4166"/>
    <p:sldId xmlns:r="http://schemas.openxmlformats.org/officeDocument/2006/relationships" id="277" r:id="Rdc0ecba75d184a83"/>
    <p:sldId xmlns:r="http://schemas.openxmlformats.org/officeDocument/2006/relationships" id="278" r:id="Rcefe6bc3073345a7"/>
    <p:sldId xmlns:r="http://schemas.openxmlformats.org/officeDocument/2006/relationships" id="279" r:id="R87a06ff730c64df9"/>
    <p:sldId xmlns:r="http://schemas.openxmlformats.org/officeDocument/2006/relationships" id="280" r:id="R6549beb025d24135"/>
    <p:sldId xmlns:r="http://schemas.openxmlformats.org/officeDocument/2006/relationships" id="281" r:id="Rea9f3031836d42bb"/>
    <p:sldId xmlns:r="http://schemas.openxmlformats.org/officeDocument/2006/relationships" id="282" r:id="Re487381659d149da"/>
    <p:sldId xmlns:r="http://schemas.openxmlformats.org/officeDocument/2006/relationships" id="283" r:id="R5fd06fb3c1414ca3"/>
    <p:sldId xmlns:r="http://schemas.openxmlformats.org/officeDocument/2006/relationships" id="284" r:id="Rf2db93cbd0a746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d3c317358a4527" /><Relationship Type="http://schemas.openxmlformats.org/officeDocument/2006/relationships/slideMaster" Target="/ppt/slideMasters/slideMaster1.xml" Id="Rfc421049bedb4cb9" /><Relationship Type="http://schemas.openxmlformats.org/officeDocument/2006/relationships/notesMaster" Target="/ppt/notesMasters/notesMaster1.xml" Id="Re8fd3bc51a0d4362" /><Relationship Type="http://schemas.openxmlformats.org/officeDocument/2006/relationships/presProps" Target="/ppt/presProps.xml" Id="Rc9b5073117cc4071" /><Relationship Type="http://schemas.openxmlformats.org/officeDocument/2006/relationships/tableStyles" Target="/ppt/tableStyles.xml" Id="R1bca5030db384157" /><Relationship Type="http://schemas.openxmlformats.org/officeDocument/2006/relationships/slide" Target="/ppt/slides/slide1.xml" Id="R3764b98cdf2241c3" /><Relationship Type="http://schemas.openxmlformats.org/officeDocument/2006/relationships/slide" Target="/ppt/slides/slide2.xml" Id="Rb03da88ded604022" /><Relationship Type="http://schemas.openxmlformats.org/officeDocument/2006/relationships/slide" Target="/ppt/slides/slide3.xml" Id="R29ea364c29fd4bcb" /><Relationship Type="http://schemas.openxmlformats.org/officeDocument/2006/relationships/slide" Target="/ppt/slides/slide4.xml" Id="Rd44f4b9760014547" /><Relationship Type="http://schemas.openxmlformats.org/officeDocument/2006/relationships/slide" Target="/ppt/slides/slide5.xml" Id="R2825c510a0eb4641" /><Relationship Type="http://schemas.openxmlformats.org/officeDocument/2006/relationships/slide" Target="/ppt/slides/slide6.xml" Id="Rf50c1cfedf2242ab" /><Relationship Type="http://schemas.openxmlformats.org/officeDocument/2006/relationships/slide" Target="/ppt/slides/slide7.xml" Id="R888813ceecf74bf4" /><Relationship Type="http://schemas.openxmlformats.org/officeDocument/2006/relationships/slide" Target="/ppt/slides/slide8.xml" Id="R532bbbe852754e49" /><Relationship Type="http://schemas.openxmlformats.org/officeDocument/2006/relationships/slide" Target="/ppt/slides/slide9.xml" Id="Reaaf44d5f2e4429a" /><Relationship Type="http://schemas.openxmlformats.org/officeDocument/2006/relationships/slide" Target="/ppt/slides/slide10.xml" Id="R9600f2fb05504e3c" /><Relationship Type="http://schemas.openxmlformats.org/officeDocument/2006/relationships/slide" Target="/ppt/slides/slide11.xml" Id="R773987c5f4d8403c" /><Relationship Type="http://schemas.openxmlformats.org/officeDocument/2006/relationships/slide" Target="/ppt/slides/slide12.xml" Id="R886850a8509f496a" /><Relationship Type="http://schemas.openxmlformats.org/officeDocument/2006/relationships/slide" Target="/ppt/slides/slide13.xml" Id="Rbec647e3d1c3404a" /><Relationship Type="http://schemas.openxmlformats.org/officeDocument/2006/relationships/slide" Target="/ppt/slides/slide14.xml" Id="R9063ff9fdd314be9" /><Relationship Type="http://schemas.openxmlformats.org/officeDocument/2006/relationships/slide" Target="/ppt/slides/slide15.xml" Id="Re23a3d6741d142ee" /><Relationship Type="http://schemas.openxmlformats.org/officeDocument/2006/relationships/slide" Target="/ppt/slides/slide16.xml" Id="R14d5224653b34b37" /><Relationship Type="http://schemas.openxmlformats.org/officeDocument/2006/relationships/slide" Target="/ppt/slides/slide17.xml" Id="Ra0614ff8c12f46dd" /><Relationship Type="http://schemas.openxmlformats.org/officeDocument/2006/relationships/slide" Target="/ppt/slides/slide18.xml" Id="Ra821138a3c244eb6" /><Relationship Type="http://schemas.openxmlformats.org/officeDocument/2006/relationships/slide" Target="/ppt/slides/slide19.xml" Id="R31385e3707364adb" /><Relationship Type="http://schemas.openxmlformats.org/officeDocument/2006/relationships/slide" Target="/ppt/slides/slide20.xml" Id="R5d869aced9324692" /><Relationship Type="http://schemas.openxmlformats.org/officeDocument/2006/relationships/slide" Target="/ppt/slides/slide21.xml" Id="R8a15d5a9303f4166" /><Relationship Type="http://schemas.openxmlformats.org/officeDocument/2006/relationships/slide" Target="/ppt/slides/slide22.xml" Id="Rdc0ecba75d184a83" /><Relationship Type="http://schemas.openxmlformats.org/officeDocument/2006/relationships/slide" Target="/ppt/slides/slide23.xml" Id="Rcefe6bc3073345a7" /><Relationship Type="http://schemas.openxmlformats.org/officeDocument/2006/relationships/slide" Target="/ppt/slides/slide24.xml" Id="R87a06ff730c64df9" /><Relationship Type="http://schemas.openxmlformats.org/officeDocument/2006/relationships/slide" Target="/ppt/slides/slide25.xml" Id="R6549beb025d24135" /><Relationship Type="http://schemas.openxmlformats.org/officeDocument/2006/relationships/slide" Target="/ppt/slides/slide26.xml" Id="Rea9f3031836d42bb" /><Relationship Type="http://schemas.openxmlformats.org/officeDocument/2006/relationships/slide" Target="/ppt/slides/slide27.xml" Id="Re487381659d149da" /><Relationship Type="http://schemas.openxmlformats.org/officeDocument/2006/relationships/slide" Target="/ppt/slides/slide28.xml" Id="R5fd06fb3c1414ca3" /><Relationship Type="http://schemas.openxmlformats.org/officeDocument/2006/relationships/slide" Target="/ppt/slides/slide29.xml" Id="Rf2db93cbd0a746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8188f7b45845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ac3cc1978a485d" /><Relationship Type="http://schemas.openxmlformats.org/officeDocument/2006/relationships/notesMaster" Target="/ppt/notesMasters/notesMaster1.xml" Id="R084ff81efbe44e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e960cc7f974e68" /><Relationship Type="http://schemas.openxmlformats.org/officeDocument/2006/relationships/notesMaster" Target="/ppt/notesMasters/notesMaster1.xml" Id="R6a8d9ce0118942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0d75b9c1ab47e4" /><Relationship Type="http://schemas.openxmlformats.org/officeDocument/2006/relationships/notesMaster" Target="/ppt/notesMasters/notesMaster1.xml" Id="R501ffeaa51f148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843e990b6e4381" /><Relationship Type="http://schemas.openxmlformats.org/officeDocument/2006/relationships/notesMaster" Target="/ppt/notesMasters/notesMaster1.xml" Id="R21e5fb7c1c2f4d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5948a7b99a47e9" /><Relationship Type="http://schemas.openxmlformats.org/officeDocument/2006/relationships/notesMaster" Target="/ppt/notesMasters/notesMaster1.xml" Id="R8d7fb7137af44c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458b56b67d4418" /><Relationship Type="http://schemas.openxmlformats.org/officeDocument/2006/relationships/notesMaster" Target="/ppt/notesMasters/notesMaster1.xml" Id="Ra5078a6972a243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d7e02e78d14233" /><Relationship Type="http://schemas.openxmlformats.org/officeDocument/2006/relationships/notesMaster" Target="/ppt/notesMasters/notesMaster1.xml" Id="Rd50ec7350b2243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d9245f4c4f4476" /><Relationship Type="http://schemas.openxmlformats.org/officeDocument/2006/relationships/notesMaster" Target="/ppt/notesMasters/notesMaster1.xml" Id="Rda7d69161e0643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49f7f1c45b4f00" /><Relationship Type="http://schemas.openxmlformats.org/officeDocument/2006/relationships/notesMaster" Target="/ppt/notesMasters/notesMaster1.xml" Id="Rd47fbd97010047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8f129515d546a9" /><Relationship Type="http://schemas.openxmlformats.org/officeDocument/2006/relationships/notesMaster" Target="/ppt/notesMasters/notesMaster1.xml" Id="Rafb59cd3eb1f48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691d5978da4426" /><Relationship Type="http://schemas.openxmlformats.org/officeDocument/2006/relationships/notesMaster" Target="/ppt/notesMasters/notesMaster1.xml" Id="Rc7d37201e79b48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29ccf9f54a44fc" /><Relationship Type="http://schemas.openxmlformats.org/officeDocument/2006/relationships/notesMaster" Target="/ppt/notesMasters/notesMaster1.xml" Id="R624747f951cd4a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c70d2fd5fa4a41" /><Relationship Type="http://schemas.openxmlformats.org/officeDocument/2006/relationships/notesMaster" Target="/ppt/notesMasters/notesMaster1.xml" Id="R205be62de74443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7a8281ec704f5f" /><Relationship Type="http://schemas.openxmlformats.org/officeDocument/2006/relationships/notesMaster" Target="/ppt/notesMasters/notesMaster1.xml" Id="R2d665f094d1049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24efb707df4b32" /><Relationship Type="http://schemas.openxmlformats.org/officeDocument/2006/relationships/notesMaster" Target="/ppt/notesMasters/notesMaster1.xml" Id="Rea954e736f244c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867a19b7424b93" /><Relationship Type="http://schemas.openxmlformats.org/officeDocument/2006/relationships/notesMaster" Target="/ppt/notesMasters/notesMaster1.xml" Id="R7ef2648868b344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2f9dedeba6492a" /><Relationship Type="http://schemas.openxmlformats.org/officeDocument/2006/relationships/notesMaster" Target="/ppt/notesMasters/notesMaster1.xml" Id="Rd80bd712d0c84b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58f2c07365144e8" /><Relationship Type="http://schemas.openxmlformats.org/officeDocument/2006/relationships/notesMaster" Target="/ppt/notesMasters/notesMaster1.xml" Id="R50df33245d24464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33afcc2db4244fa" /><Relationship Type="http://schemas.openxmlformats.org/officeDocument/2006/relationships/notesMaster" Target="/ppt/notesMasters/notesMaster1.xml" Id="Rff112952b80f452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d6dab95cb7440a" /><Relationship Type="http://schemas.openxmlformats.org/officeDocument/2006/relationships/notesMaster" Target="/ppt/notesMasters/notesMaster1.xml" Id="R4286806811f1403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7510cf2b144f1b" /><Relationship Type="http://schemas.openxmlformats.org/officeDocument/2006/relationships/notesMaster" Target="/ppt/notesMasters/notesMaster1.xml" Id="R572b9c27559f414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90e5df902584a52" /><Relationship Type="http://schemas.openxmlformats.org/officeDocument/2006/relationships/notesMaster" Target="/ppt/notesMasters/notesMaster1.xml" Id="Rec8261dd86d749e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c472387463e4e15" /><Relationship Type="http://schemas.openxmlformats.org/officeDocument/2006/relationships/notesMaster" Target="/ppt/notesMasters/notesMaster1.xml" Id="R54f8789584694fb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a3af52d67604517" /><Relationship Type="http://schemas.openxmlformats.org/officeDocument/2006/relationships/notesMaster" Target="/ppt/notesMasters/notesMaster1.xml" Id="R23a17bec2c214d7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9b0dc53941047f8" /><Relationship Type="http://schemas.openxmlformats.org/officeDocument/2006/relationships/notesMaster" Target="/ppt/notesMasters/notesMaster1.xml" Id="R86c11e292e3f42e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5c6852a62ce45a5" /><Relationship Type="http://schemas.openxmlformats.org/officeDocument/2006/relationships/notesMaster" Target="/ppt/notesMasters/notesMaster1.xml" Id="R558c73e423e84ec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d1bc8b1ca2e4b84" /><Relationship Type="http://schemas.openxmlformats.org/officeDocument/2006/relationships/notesMaster" Target="/ppt/notesMasters/notesMaster1.xml" Id="R5d9d4ce8e7e6405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ebcb76f205e48bb" /><Relationship Type="http://schemas.openxmlformats.org/officeDocument/2006/relationships/notesMaster" Target="/ppt/notesMasters/notesMaster1.xml" Id="Rc401def1b6f9400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e3da362da82472d" /><Relationship Type="http://schemas.openxmlformats.org/officeDocument/2006/relationships/notesMaster" Target="/ppt/notesMasters/notesMaster1.xml" Id="R76e329c0259c4e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bb27940134f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ca3715a9fe4a70" /><Relationship Type="http://schemas.openxmlformats.org/officeDocument/2006/relationships/slideLayout" Target="/ppt/slideLayouts/slideLayout1.xml" Id="R28ceee58b02248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ceee58b02248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c216b99714e9f" /><Relationship Type="http://schemas.openxmlformats.org/officeDocument/2006/relationships/notesSlide" Target="/ppt/notesSlides/notesSlide1.xml" Id="Raa2cf49c79bd47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30ab2a0d041db" /><Relationship Type="http://schemas.openxmlformats.org/officeDocument/2006/relationships/notesSlide" Target="/ppt/notesSlides/notesSlide2.xml" Id="R166d08b705ed4e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581c003524497" /><Relationship Type="http://schemas.openxmlformats.org/officeDocument/2006/relationships/notesSlide" Target="/ppt/notesSlides/notesSlide3.xml" Id="R9eccdc7c123743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0de1928fd4d9e" /><Relationship Type="http://schemas.openxmlformats.org/officeDocument/2006/relationships/notesSlide" Target="/ppt/notesSlides/notesSlide4.xml" Id="R1dec51f9bf0642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f5c793a4740c2" /><Relationship Type="http://schemas.openxmlformats.org/officeDocument/2006/relationships/notesSlide" Target="/ppt/notesSlides/notesSlide5.xml" Id="Rd70a6460f74043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2e8b362c74530" /><Relationship Type="http://schemas.openxmlformats.org/officeDocument/2006/relationships/notesSlide" Target="/ppt/notesSlides/notesSlide6.xml" Id="R92d674a6241643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de9d432dd4d2e" /><Relationship Type="http://schemas.openxmlformats.org/officeDocument/2006/relationships/notesSlide" Target="/ppt/notesSlides/notesSlide7.xml" Id="Raf678e1130aa4a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ad303349042f2" /><Relationship Type="http://schemas.openxmlformats.org/officeDocument/2006/relationships/notesSlide" Target="/ppt/notesSlides/notesSlide8.xml" Id="R7f85882ea7914d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f40fd082840ec" /><Relationship Type="http://schemas.openxmlformats.org/officeDocument/2006/relationships/notesSlide" Target="/ppt/notesSlides/notesSlide9.xml" Id="R59b2b987b30a46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5a11b41b745af" /><Relationship Type="http://schemas.openxmlformats.org/officeDocument/2006/relationships/notesSlide" Target="/ppt/notesSlides/notesSlide10.xml" Id="Re77dec31a9a543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9ee61df094b4c" /><Relationship Type="http://schemas.openxmlformats.org/officeDocument/2006/relationships/notesSlide" Target="/ppt/notesSlides/notesSlide11.xml" Id="R6563746a0efc4e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beb59498f482b" /><Relationship Type="http://schemas.openxmlformats.org/officeDocument/2006/relationships/notesSlide" Target="/ppt/notesSlides/notesSlide12.xml" Id="R9686ac4fce684e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e0e1ed8474228" /><Relationship Type="http://schemas.openxmlformats.org/officeDocument/2006/relationships/notesSlide" Target="/ppt/notesSlides/notesSlide13.xml" Id="Rb2564f23c93048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50ca5739b4db3" /><Relationship Type="http://schemas.openxmlformats.org/officeDocument/2006/relationships/notesSlide" Target="/ppt/notesSlides/notesSlide14.xml" Id="R5409339ad61043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167a0d4fb4a54" /><Relationship Type="http://schemas.openxmlformats.org/officeDocument/2006/relationships/notesSlide" Target="/ppt/notesSlides/notesSlide15.xml" Id="Re9b0faae9e744d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c345bdd33476b" /><Relationship Type="http://schemas.openxmlformats.org/officeDocument/2006/relationships/notesSlide" Target="/ppt/notesSlides/notesSlide16.xml" Id="R5bf61d24db774c1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2c8fbe9504613" /><Relationship Type="http://schemas.openxmlformats.org/officeDocument/2006/relationships/notesSlide" Target="/ppt/notesSlides/notesSlide17.xml" Id="Re85744f6aa4a4e6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6dd138589486b" /><Relationship Type="http://schemas.openxmlformats.org/officeDocument/2006/relationships/notesSlide" Target="/ppt/notesSlides/notesSlide18.xml" Id="R8132eb95a41843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daf5e2dcd483d" /><Relationship Type="http://schemas.openxmlformats.org/officeDocument/2006/relationships/notesSlide" Target="/ppt/notesSlides/notesSlide19.xml" Id="R87ec9479d251430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63937a5bd4beb" /><Relationship Type="http://schemas.openxmlformats.org/officeDocument/2006/relationships/notesSlide" Target="/ppt/notesSlides/notesSlide20.xml" Id="R6e2239f93b5d45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43f81a6144458" /><Relationship Type="http://schemas.openxmlformats.org/officeDocument/2006/relationships/notesSlide" Target="/ppt/notesSlides/notesSlide21.xml" Id="R08226d82ae344fd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e6ed7d46b4d5c" /><Relationship Type="http://schemas.openxmlformats.org/officeDocument/2006/relationships/notesSlide" Target="/ppt/notesSlides/notesSlide22.xml" Id="Rfefb9b0ef2d04ab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f60bd25cb4e81" /><Relationship Type="http://schemas.openxmlformats.org/officeDocument/2006/relationships/notesSlide" Target="/ppt/notesSlides/notesSlide23.xml" Id="R0828d514007a452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33d25c19b40ed" /><Relationship Type="http://schemas.openxmlformats.org/officeDocument/2006/relationships/notesSlide" Target="/ppt/notesSlides/notesSlide24.xml" Id="R4a298da1f0ce4de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0fa6921f74133" /><Relationship Type="http://schemas.openxmlformats.org/officeDocument/2006/relationships/notesSlide" Target="/ppt/notesSlides/notesSlide25.xml" Id="Rc2ee1227cc814f6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f5d918df0431d" /><Relationship Type="http://schemas.openxmlformats.org/officeDocument/2006/relationships/notesSlide" Target="/ppt/notesSlides/notesSlide26.xml" Id="R7ed37887109c4f5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b0e9b3bcd4194" /><Relationship Type="http://schemas.openxmlformats.org/officeDocument/2006/relationships/notesSlide" Target="/ppt/notesSlides/notesSlide27.xml" Id="R7f423e5bf10d45c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31214371c47c5" /><Relationship Type="http://schemas.openxmlformats.org/officeDocument/2006/relationships/notesSlide" Target="/ppt/notesSlides/notesSlide28.xml" Id="Re6cb7ceb1a504a8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eba55208743c5" /><Relationship Type="http://schemas.openxmlformats.org/officeDocument/2006/relationships/notesSlide" Target="/ppt/notesSlides/notesSlide29.xml" Id="R8cb8eb9a6d514d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7D187-A3F9-4E2F-ABFE-3B4BA075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AFD2A-AC03-47FD-ACBE-C7A42027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F2D15-42F1-49D7-B743-1362FB00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5625B-C39D-4A6C-818B-70E750A9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紫微斗數導論 · 命理師的心術與根基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540DC-468C-4336-A008-31C9FDFD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第1堂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58CA5-73FE-4D19-9C7C-66900CF4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壹、紫微斗數導論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◆ 一、什麼是紫微斗數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20F61-BC3E-4887-B720-0CC271C2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1714970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8EB7D-887E-419C-B9FF-57ECB22A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434DA-A0A1-4CB3-9B24-39094354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C88A0-AC49-4E1B-915F-57F546D3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認識紫微斗數的源流、典籍,及其在五術命理中的定位。 2. 理解「星、宮、垣」的宇宙觀模型,建立看盤的整體框架。 3. 熟練陰陽五行的生剋制化,能靈活運用而非死背。 4. 掌握十天干、十二地支的陰陽五行,以及五合、六合、六沖、三合、三會。 5. 建立正確的命理觀與職業倫理——謹守「論命三不」。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0F6DF-DEAD-4328-B47F-EFCD6B8A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002</a:t>
            </a:r>
          </a:p>
        </p:txBody>
      </p:sp>
    </p:spTree>
    <p:extLst>
      <p:ext uri="{BB962C8B-B14F-4D97-AF65-F5344CB8AC3E}">
        <p14:creationId xmlns:p14="http://schemas.microsoft.com/office/powerpoint/2010/main" val="323701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D2478-DA0D-4F21-8AD5-56DB2FFC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41D1C-EDB7-4DEB-8BCF-48BC5481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一、什麼是紫微斗數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2C4AB-7C36-4E82-929F-E6041D8A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EAFF3-B206-43AB-B4C6-6EA9F9B8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50E3B-2AAC-4846-9D6B-0DC41EB7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紫微斗數是中國傳統命理學的一支。它以人出生的「年、月、日、時」四項資料,依固定規則排出一張「命盤」,再將一百餘顆星曜分佈於十二個宮位之中,用以推論一個人一生的性格、六親、事業、財富、健康,以及各階段運勢與流年吉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之所以稱「紫微斗數」:「紫微」是諸星之首的帝星,為全盤的核心;「斗」指星斗;「數」指氣數、命數。合起來,即「以星斗之數推演人生」之學。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72EF5-EF5E-4E92-9ECF-1976690F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003</a:t>
            </a:r>
          </a:p>
        </p:txBody>
      </p:sp>
    </p:spTree>
    <p:extLst>
      <p:ext uri="{BB962C8B-B14F-4D97-AF65-F5344CB8AC3E}">
        <p14:creationId xmlns:p14="http://schemas.microsoft.com/office/powerpoint/2010/main" val="572376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64532-F60D-48CD-8F8F-383735AC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B8009-7583-4FEE-B188-FC3C44B9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二、源流與典籍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85CD5-E6A5-4985-B7F9-75A61683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2A3B3-F6D2-4AE3-8A32-C4B16280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9BA75-9702-4940-8B4F-5E98EB62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紫微斗數相傳為五代宋初的道士陳摶(字圖南,號希夷先生,世稱「陳希夷」)所傳。主要典籍有《紫微斗數全書》與《紫微斗數全集》——前者託名陳希夷,實際成書於明代,由羅洪先等人整理刊行。這兩部是入門到進階都必須反覆研讀的原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須提醒:古籍多為口訣體,且因輾轉抄刻,殘缺、矛盾、隱語之處不少。因此學斗數不能只啃書,必須有師承講解與大量實盤驗證,才能把口訣化為活的判斷力。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A1FF0-757B-4690-80CA-AB6C9586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004</a:t>
            </a:r>
          </a:p>
        </p:txBody>
      </p:sp>
    </p:spTree>
    <p:extLst>
      <p:ext uri="{BB962C8B-B14F-4D97-AF65-F5344CB8AC3E}">
        <p14:creationId xmlns:p14="http://schemas.microsoft.com/office/powerpoint/2010/main" val="5375078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8165A-C650-4133-B60A-99A052B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1D15C-D26D-4B2E-96BC-AB48239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三、與其他命術的分別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43C2D-A4BD-4857-A897-B6497CCA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6D344-7BC7-4513-84D8-701F1D73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28782-47EF-4A67-A9EE-0BEA69E2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① 八字（子平）:以出生年月日時的天干地支為「四柱」,論五行旺衰、十神生剋與格局,重「氣」的流通。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② 七政四餘:以真實天文星象(七政為日月與五星,四餘為紫氣、月孛、羅睺、計都)論命,近於西洋占星。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③ 紫微斗數:以「虛星」系統分佈十二宮,重「宮位 + 星曜 + 四化」的結構化論斷。象義豐富、分工細緻,尤其擅長細論六親與具體人事。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一句話總結三者之別:八字看「五行之氣」,七政看「真實星象」,紫微看「宮星結構」。三者各有所長,可互參而不可混為一談。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0858B-FF84-4E95-A4A4-53093BD7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005</a:t>
            </a:r>
          </a:p>
        </p:txBody>
      </p:sp>
    </p:spTree>
    <p:extLst>
      <p:ext uri="{BB962C8B-B14F-4D97-AF65-F5344CB8AC3E}">
        <p14:creationId xmlns:p14="http://schemas.microsoft.com/office/powerpoint/2010/main" val="154308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62BD8-CABD-47BE-BAF7-6212B68B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FF932-6CFF-482D-9E1A-CC720A3C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四、三合派與飛星派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041C5-10C1-4FA7-B0B9-21A1ECC9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49741-BC06-4C1E-A503-7938D1BF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DBCAC-1F7D-47EE-972B-6C18F5F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紫微斗數內部主要分兩大路數,本課採「三合為體、飛星為用」,兩者合一: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三合派(如中州派):重星曜廟旺、三方四正、格局層次,論「命盤裡有什麼」。這是命理的地基,也是本課的「體」。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飛星派(如欽天四化、河洛):重宮干飛四化、宮與宮之間的因果流動,論「這些能量怎麼流動」。這是動態論斷,也是本課的「用」。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先以三合把星情、格局、宮位的骨架打穩(第一至十三堂),再導入飛星四化做動態推演(第十四堂起)。兩層疊合,才能把一張靜態的盤,講成有前因後果的人生故事。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F1EE3-856E-4BD9-BD66-24AF07C1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006</a:t>
            </a:r>
          </a:p>
        </p:txBody>
      </p:sp>
    </p:spTree>
    <p:extLst>
      <p:ext uri="{BB962C8B-B14F-4D97-AF65-F5344CB8AC3E}">
        <p14:creationId xmlns:p14="http://schemas.microsoft.com/office/powerpoint/2010/main" val="1902814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4E3CC-B80E-4D28-AAFD-FFBAAD93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020E7-85E7-4C20-9BA6-2BE5B6FF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五、星、宮、垣的宇宙觀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858D9-CE8E-4DFD-BB1D-BF24CECC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9564E-8E80-4621-B558-ACE79A30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EE7F1-AEE3-4189-ADF6-BAD143DC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要看懂命盤,先建立一個比喻——把人生想成一齣戲: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星(星曜)= 演員:十四主星是主角,吉星、煞星、雜曜是配角。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宮(十二宮)= 舞台:命、財帛、官祿、遷移、夫妻⋯每一宮都是一個人生領域。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垣(三方四正的結構)= 場景關係:星曜之間如何會照、拱夾,決定了劇情如何演。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四化(祿權科忌)= 劇情推力:它讓靜態的盤「動」起來,是斗數的靈魂。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21850-BF40-46EA-89A5-A168C23C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007</a:t>
            </a:r>
          </a:p>
        </p:txBody>
      </p:sp>
    </p:spTree>
    <p:extLst>
      <p:ext uri="{BB962C8B-B14F-4D97-AF65-F5344CB8AC3E}">
        <p14:creationId xmlns:p14="http://schemas.microsoft.com/office/powerpoint/2010/main" val="21162437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C4841-C818-4E81-881F-B8EF7966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62A2A-8F8A-496F-878B-9F772185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一、陰陽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B790F-2153-436B-9586-5B7E12DE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0C338-D4DC-4B74-9CDF-2CB97B09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BCDCD-8B1F-48DC-B50F-5158D80E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陰陽是一切分類的總綱:動與靜、剛與柔、明與暗、進與退、外與內。世間沒有絕對的陰或陽,只有相對的陰陽;且陰極生陽、陽極生陰,循環不息。命理上,凡剛、動、明顯、外放者屬陽;凡柔、靜、收斂、內藏者屬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3FA78-A897-4086-A9E6-B79C2AE6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008</a:t>
            </a:r>
          </a:p>
        </p:txBody>
      </p:sp>
    </p:spTree>
    <p:extLst>
      <p:ext uri="{BB962C8B-B14F-4D97-AF65-F5344CB8AC3E}">
        <p14:creationId xmlns:p14="http://schemas.microsoft.com/office/powerpoint/2010/main" val="9466248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D144F-2AA9-4AC0-84EA-4D93EA39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BFEE4-698C-4055-8FDC-C1C17988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二、五行與其類象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FA747-CFCE-4820-A20F-0279E0AA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32E9F-698B-4DA1-B23A-FCE0242B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AE9AF-3609-448D-838A-3344A04C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五行是木、火、土、金、水五種基本的能量型態。每一行都有一組對應的類象,論命時據此取象: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51EFC-43B5-4BB2-8CE6-B6E7CD1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009</a:t>
            </a:r>
          </a:p>
        </p:txBody>
      </p:sp>
    </p:spTree>
    <p:extLst>
      <p:ext uri="{BB962C8B-B14F-4D97-AF65-F5344CB8AC3E}">
        <p14:creationId xmlns:p14="http://schemas.microsoft.com/office/powerpoint/2010/main" val="17917704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DBCDF-F0CE-4232-9B9F-C3DF6DC0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7482D-613C-48E4-9656-B74B237B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二、五行與其類象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5A248-9617-4EF7-BB01-53C9C736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12925"/>
                <a:gridCol w="1812925"/>
                <a:gridCol w="1812925"/>
                <a:gridCol w="1812925"/>
                <a:gridCol w="1812925"/>
                <a:gridCol w="1812925"/>
              </a:tblGrid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五行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特性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方位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季節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五常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臟腑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木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生發、條達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東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春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仁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肝膽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火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炎上、光熱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南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夏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禮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心 · 小腸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承載、化育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四季末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信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脾胃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肅殺、收斂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西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秋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義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肺 · 大腸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水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潤下、伏藏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北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冬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智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腎 · 膀胱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36912-F636-4C2F-9D2A-0A1A091C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010</a:t>
            </a:r>
          </a:p>
        </p:txBody>
      </p:sp>
    </p:spTree>
    <p:extLst>
      <p:ext uri="{BB962C8B-B14F-4D97-AF65-F5344CB8AC3E}">
        <p14:creationId xmlns:p14="http://schemas.microsoft.com/office/powerpoint/2010/main" val="5248147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ED83E-F0FE-4EE8-99E7-B68A5BFB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25989-809E-4103-AD75-B0937F4A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三、生剋制化（核心觀念）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32147-10E6-4FF3-82D9-35DEF532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38E5F-C4F5-453B-82F4-3B99A32F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21041-5659-45A6-963F-DACE8FF9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這是命理一切判斷的底層邏輯,務必徹底理解、不可死背: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相生 木生火 → 火生土 → 土生金 → 金生水 → 水生木(循環不息)。生我者為助力、為印。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相剋 木剋土、土剋水、水剋火、火剋金、金剋木。剋我者為約束、為官。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制 對過旺之五行加以剋制,使之歸於平衡(如金過旺,得火制之則成器)。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化 透過通關之五行,化剋為生、化敵為友(如金剋木,得水通關:金生水、水生木,剋轉為生)。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78878-FD92-4BD9-9567-833D380D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011</a:t>
            </a:r>
          </a:p>
        </p:txBody>
      </p:sp>
    </p:spTree>
    <p:extLst>
      <p:ext uri="{BB962C8B-B14F-4D97-AF65-F5344CB8AC3E}">
        <p14:creationId xmlns:p14="http://schemas.microsoft.com/office/powerpoint/2010/main" val="19788508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F5AC4-CF68-4D47-BA87-F228AE9E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0DA4A-B7CC-4800-977E-9CA0FAD7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三、生剋制化（核心觀念）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0783B-C6E1-4F1D-A2A3-07A11955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關鍵心法 命理不看單一五行的強弱,而看整體的「流通」。五行流通則吉,偏枯壅塞則病。這句話,是往後判斷格局、六親、疾病、運勢的總鑰匙。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948E9-A098-4236-86F0-C4A32116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012</a:t>
            </a:r>
          </a:p>
        </p:txBody>
      </p:sp>
    </p:spTree>
    <p:extLst>
      <p:ext uri="{BB962C8B-B14F-4D97-AF65-F5344CB8AC3E}">
        <p14:creationId xmlns:p14="http://schemas.microsoft.com/office/powerpoint/2010/main" val="19084808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FD320-1C9E-41A7-85C5-AE3BA79B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1DE5C-C92C-42B9-94A1-87CDC783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一、十天干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746E0-2941-438F-826F-8CD98DB5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A02A8-A632-481D-9902-986A0228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A675D-D829-43DC-9492-FA7A9078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十天干依序為:甲、乙、丙、丁、戊、己、庚、辛、壬、癸。單數位為陽,雙數位為陰,兩兩一組分屬五行: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712EF-AA4C-4CC1-8DC7-C2814DE0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013</a:t>
            </a:r>
          </a:p>
        </p:txBody>
      </p:sp>
    </p:spTree>
    <p:extLst>
      <p:ext uri="{BB962C8B-B14F-4D97-AF65-F5344CB8AC3E}">
        <p14:creationId xmlns:p14="http://schemas.microsoft.com/office/powerpoint/2010/main" val="7170548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F9B43-78A5-4776-94CA-EA77020E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E89EC-21E9-409B-8353-EEFA76AC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一、十天干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2B29E-AF87-4031-9C5A-17E95F73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9388"/>
                <a:gridCol w="2719388"/>
                <a:gridCol w="2719388"/>
                <a:gridCol w="2719388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天干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陰陽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五行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取象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甲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木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參天大樹、棟樑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乙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陰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木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花草藤蔓、柔木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丙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火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太陽之火、烈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丁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陰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火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燈燭之火、文明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戊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城牆大地、堤壩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己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陰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田園之土、柔潤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庚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刀劍頑鐵、肅殺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26920-A0A3-498F-AD8D-F77AE632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014</a:t>
            </a:r>
          </a:p>
        </p:txBody>
      </p:sp>
    </p:spTree>
    <p:extLst>
      <p:ext uri="{BB962C8B-B14F-4D97-AF65-F5344CB8AC3E}">
        <p14:creationId xmlns:p14="http://schemas.microsoft.com/office/powerpoint/2010/main" val="7603783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7F5DD-8628-43C0-AEC6-F117EF57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9DC7D-20E4-4645-B6DD-ACC17370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一、十天干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CF2DA-7D66-434E-946C-42F8B38D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9388"/>
                <a:gridCol w="2719388"/>
                <a:gridCol w="2719388"/>
                <a:gridCol w="2719388"/>
              </a:tblGrid>
              <a:tr h="14986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辛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陰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珠玉飾金、秀氣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14986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壬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水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江河大海、奔流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14986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癸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陰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水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雨露之水、潤物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8DE19-6D1B-46C2-BD1A-1CEBBF8A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015</a:t>
            </a:r>
          </a:p>
        </p:txBody>
      </p:sp>
    </p:spTree>
    <p:extLst>
      <p:ext uri="{BB962C8B-B14F-4D97-AF65-F5344CB8AC3E}">
        <p14:creationId xmlns:p14="http://schemas.microsoft.com/office/powerpoint/2010/main" val="451410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8A876-D91F-4882-914B-30AC9BC3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55F47-6D22-4BCD-88E5-C61DA54D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二、十二地支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C0B67-0BE5-4E30-8F3A-2DF13F24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D80C6-9FCE-4FBE-8C86-395FE7B3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CCB42-272B-43FA-AB34-2D769092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十二地支依序為:子、丑、寅、卯、辰、巳、午、未、申、酉、戌、亥。各配生肖、時辰、五行。其中辰、戌、丑、未為「四季土」,居四季之末。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2E019-E352-4BD3-BDDA-28E3FE96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016</a:t>
            </a:r>
          </a:p>
        </p:txBody>
      </p:sp>
    </p:spTree>
    <p:extLst>
      <p:ext uri="{BB962C8B-B14F-4D97-AF65-F5344CB8AC3E}">
        <p14:creationId xmlns:p14="http://schemas.microsoft.com/office/powerpoint/2010/main" val="4668934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9C5BD-1CC3-4FA9-ADA9-1484ECBF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39F85-367D-45DE-AFB8-81D4E5BD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二、十二地支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73920-6906-4B0E-B5A2-F8B1A5D4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59694"/>
                <a:gridCol w="1359694"/>
                <a:gridCol w="1359694"/>
                <a:gridCol w="1359694"/>
                <a:gridCol w="1359694"/>
                <a:gridCol w="1359694"/>
                <a:gridCol w="1359694"/>
                <a:gridCol w="1359694"/>
              </a:tblGrid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地支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生肖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時辰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五行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地支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生肖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時辰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五行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子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鼠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23–01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水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午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馬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11–13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火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丑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牛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01–03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羊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13–15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寅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虎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03–05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木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申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猴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15–17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卯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兔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05–07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木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酉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雞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17–19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辰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07–09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狗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19–21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巳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蛇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09–11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火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亥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豬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21–23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水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E7532-0573-4D72-827D-76904C4C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017</a:t>
            </a:r>
          </a:p>
        </p:txBody>
      </p:sp>
    </p:spTree>
    <p:extLst>
      <p:ext uri="{BB962C8B-B14F-4D97-AF65-F5344CB8AC3E}">
        <p14:creationId xmlns:p14="http://schemas.microsoft.com/office/powerpoint/2010/main" val="13963226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967D3-A3A2-4F03-A6A4-157E7530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15652-228B-4D3D-A127-4A53B2EB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三、天干五合與地支六合六沖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573F8-EA50-47B4-A01B-C312DC2A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72900-9D7F-4846-8DAF-BB31CABC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60291-C27C-41B1-B6D3-93DDB7E4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干支之間有相合、相沖的關係,是往後論六親、論流年引動的基礎: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天干五合:甲己合化土、乙庚合化金、丙辛合化水、丁壬合化木、戊癸合化火。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地支六合:子丑合、寅亥合、卯戌合、辰酉合、巳申合、午未合。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地支六沖:子午沖、丑未沖、寅申沖、卯酉沖、辰戌沖、巳亥沖(相對兩支即沖)。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B7AD6-084E-4A95-8DF7-7D45E98F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018</a:t>
            </a:r>
          </a:p>
        </p:txBody>
      </p:sp>
    </p:spTree>
    <p:extLst>
      <p:ext uri="{BB962C8B-B14F-4D97-AF65-F5344CB8AC3E}">
        <p14:creationId xmlns:p14="http://schemas.microsoft.com/office/powerpoint/2010/main" val="8948334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9DEB2-580C-4797-929D-48C0EA34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6DF5F-72BE-4404-B97A-CA820C7C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四、地支三合與三會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FE01F-DB1D-4B77-B22E-865903CE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9D916-F3F2-42C7-98B9-D9A52C79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15A27-6079-447C-BB68-C7C219CB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三合(合成一「局」):申子辰合水局、亥卯未合木局、寅午戌合火局、巳酉丑合金局。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三會(會成一「方」):寅卯辰會東方木、巳午未會南方火、申酉戌會西方金、亥子丑會北方水。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三合是「隔四位相拱」,力量凝聚;三會是「三支連方」,氣勢最強。斗數論三方四正的拱照,根源即在此。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02B23-BB47-4218-B3E4-2CC1BF68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019</a:t>
            </a:r>
          </a:p>
        </p:txBody>
      </p:sp>
    </p:spTree>
    <p:extLst>
      <p:ext uri="{BB962C8B-B14F-4D97-AF65-F5344CB8AC3E}">
        <p14:creationId xmlns:p14="http://schemas.microsoft.com/office/powerpoint/2010/main" val="20305833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A8666-E38A-4872-9133-668FD28E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1D0EF-162E-4329-8098-BFA1ED39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五、六十甲子與納音（概念先識）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3516C-4309-4108-9EAE-277C3E54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754CA-ADF1-4C55-9E09-EF2B791F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CAFC2-F40F-4413-9009-14D9A369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十天干與十二地支,依「陽配陽、陰配陽不亂配」的規則兩兩相配,由甲子起、癸亥止,循環一周恰為六十組,稱「六十甲子」。每一組甲子又配一個「納音五行」(例如甲子、乙丑同屬「海中金」)。納音在第三堂定「五行局」時會實際用到,本堂先建立概念、課後開始背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685AF-6DBF-42B7-B874-81D316D3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020</a:t>
            </a:r>
          </a:p>
        </p:txBody>
      </p:sp>
    </p:spTree>
    <p:extLst>
      <p:ext uri="{BB962C8B-B14F-4D97-AF65-F5344CB8AC3E}">
        <p14:creationId xmlns:p14="http://schemas.microsoft.com/office/powerpoint/2010/main" val="11295547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8648E-6EC1-4014-8000-DE6D6799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C72CC-7DEA-4014-8CB4-13B302BA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一、命理師的角色與定位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35098-C4D3-4F75-B539-7CF9671D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70DD5-A2A7-439E-9696-BCD81AC0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89A85-EBD3-43BF-A975-459B0247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命理師不是預言家,更不是神。命是「勢」、是「傾向」、是「機率」,不是不可更改的鐵板。命理師真正的價值,在於幫人認識自己、把握時機、趨吉避凶、安頓身心——是一位「人生顧問」,而非鐵口斷生死的術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請記住這句貫穿全課的話:「未學算命,先學做人。」技術決定你的下限,心術決定你的上限。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33D9A-D411-4658-8F8B-AE7FA2C0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021</a:t>
            </a:r>
          </a:p>
        </p:txBody>
      </p:sp>
    </p:spTree>
    <p:extLst>
      <p:ext uri="{BB962C8B-B14F-4D97-AF65-F5344CB8AC3E}">
        <p14:creationId xmlns:p14="http://schemas.microsoft.com/office/powerpoint/2010/main" val="5222206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D1B2E-AFCE-4810-BECF-8B6CE4A7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CF5E5-3278-4C8D-AEE8-86334BB5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二、論命三不（職業鐵律）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19734-A772-47F2-A11C-2FD2A611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論命三不 一、不斷人生死——生死非人所能鐵斷,妄斷不僅造業,更可能害人一命。 二、不恐嚇斂財——以災禍恐嚇、誘人花錢改運,是術士,不是命理師。 三、不斷絕人希望——再壞的盤,都要為對方留一線生路、指一個方向。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061AC-6094-4D53-AD5B-7D65095C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022</a:t>
            </a:r>
          </a:p>
        </p:txBody>
      </p:sp>
    </p:spTree>
    <p:extLst>
      <p:ext uri="{BB962C8B-B14F-4D97-AF65-F5344CB8AC3E}">
        <p14:creationId xmlns:p14="http://schemas.microsoft.com/office/powerpoint/2010/main" val="6769174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BBEDA-40D2-4AD8-A3DE-9A99F358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AA3C0-3AF1-4C82-8293-6174058E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三、口德與界線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9A668-07E5-48FE-B914-222F3B84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41949-C898-4159-AA70-30EF9AA9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4E813-98E5-4213-A16B-4DB6C4F1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守密:論人隱私必須保密;論人六親要留口德,不在背後論人是非。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分際:不涉醫療診斷、不碰法律判決、不強行介入他人因果。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分寸:面對疾病、感情破裂、財務危機等敏感議題,講「傾向與時段」、給「化解方向」,不講「必定」「劫數」。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B89EE-F513-473B-A8F0-07C5C825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023</a:t>
            </a:r>
          </a:p>
        </p:txBody>
      </p:sp>
    </p:spTree>
    <p:extLst>
      <p:ext uri="{BB962C8B-B14F-4D97-AF65-F5344CB8AC3E}">
        <p14:creationId xmlns:p14="http://schemas.microsoft.com/office/powerpoint/2010/main" val="11801379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18309-79F6-4382-AC7F-CA21EEB6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01B30-160E-455F-BE62-556D847F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四、命理師的自我修養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16D72-7AA4-4330-8CCF-05354B39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D9661-62BA-49E4-B65E-AB92B632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38F57-1605-4AF5-9204-60FF3EE9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持續研讀原典、多派互相參照、不斷累積並回頭驗證自己的案例(說中要記,說錯更要記)。先修身、後論命——你的品格與分寸,最終會決定客戶對你的信任,也決定你能走多遠。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92B88-246D-416F-A260-0B0C6125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024</a:t>
            </a:r>
          </a:p>
        </p:txBody>
      </p:sp>
    </p:spTree>
    <p:extLst>
      <p:ext uri="{BB962C8B-B14F-4D97-AF65-F5344CB8AC3E}">
        <p14:creationId xmlns:p14="http://schemas.microsoft.com/office/powerpoint/2010/main" val="12833815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5BF71-BA11-4A89-BCDF-2385A34C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DAEC4-7405-499A-A347-810F7E75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59C31-1F81-4B73-B33D-0722F42D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6A97F-1855-4029-BEDA-E27DDEE2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4B88B-3B98-4B95-BD73-650ADEA3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寫出五行「相生」的循環: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寫出五行「相剋」的關係: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填出天干的陰陽五行 —— 甲:____ 丙:____ 庚:____ 癸:____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寫出地支六沖(六組):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寫出地支三合四局: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72EB1-D539-4BFD-8D4E-B175DA9D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025</a:t>
            </a:r>
          </a:p>
        </p:txBody>
      </p:sp>
    </p:spTree>
    <p:extLst>
      <p:ext uri="{BB962C8B-B14F-4D97-AF65-F5344CB8AC3E}">
        <p14:creationId xmlns:p14="http://schemas.microsoft.com/office/powerpoint/2010/main" val="9363925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43EAB-14C4-4979-9966-07D9803F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DE8AB-CDBD-4ACF-A7F7-4EFCE739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9AE98-CE40-44C5-9A6B-8820BC87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0CA13-04A6-45B9-B3C0-6EA27605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54C33-83A2-425D-BF9D-EDF3F8C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練習六 天干五合中,「丁壬」合化為何?「戊癸」合化為何?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080C7-3E20-4CF0-BC96-86AE5D4B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026</a:t>
            </a:r>
          </a:p>
        </p:txBody>
      </p:sp>
    </p:spTree>
    <p:extLst>
      <p:ext uri="{BB962C8B-B14F-4D97-AF65-F5344CB8AC3E}">
        <p14:creationId xmlns:p14="http://schemas.microsoft.com/office/powerpoint/2010/main" val="2393522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A4D50-5317-4C0D-92C8-640C606C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DACB0-FC66-4927-8582-367FEAE7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4A915-9F1C-4718-A276-1FDD5423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FA922-3CA1-483C-8F23-BAADDD6A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6FABF-A967-4EED-8976-692656D0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默寫「六十甲子」全表一遍。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背熟五行生剋、天干陰陽五行、地支五行、六沖與三合四局。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以三百字寫下:「我想成為什麼樣的命理師?」下堂上課繳交。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3970B-5B1D-4829-917C-44F3B8CE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027</a:t>
            </a:r>
          </a:p>
        </p:txBody>
      </p:sp>
    </p:spTree>
    <p:extLst>
      <p:ext uri="{BB962C8B-B14F-4D97-AF65-F5344CB8AC3E}">
        <p14:creationId xmlns:p14="http://schemas.microsoft.com/office/powerpoint/2010/main" val="144710755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B07A7-20A8-430A-A00D-2673B17D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4AE6D-3E58-4174-9A62-3C307BED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B711B-A557-4501-B00F-64FDCB90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下堂預告 第二堂:命盤結構總覽 —— 十二宮與宮位義理。請先熟記本堂干支五行,下堂將據此認識命盤的十二座「舞台」。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F4C68-710C-42DE-9C0C-ED860E7E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028</a:t>
            </a:r>
          </a:p>
        </p:txBody>
      </p:sp>
    </p:spTree>
    <p:extLst>
      <p:ext uri="{BB962C8B-B14F-4D97-AF65-F5344CB8AC3E}">
        <p14:creationId xmlns:p14="http://schemas.microsoft.com/office/powerpoint/2010/main" val="15686302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C52CB-293B-4089-8B75-2AC539F7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00088-1B6B-4BAB-B0A9-6767899C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0E9CA-7076-4CC9-B1B5-3DF7765B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F162E-5F63-453A-9458-A3DFD82D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38448-9861-466E-8821-8ED1BFC5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C2536-EE59-4EB3-9C61-163DF93F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壹   029</a:t>
            </a:r>
          </a:p>
        </p:txBody>
      </p:sp>
    </p:spTree>
    <p:extLst>
      <p:ext uri="{BB962C8B-B14F-4D97-AF65-F5344CB8AC3E}">
        <p14:creationId xmlns:p14="http://schemas.microsoft.com/office/powerpoint/2010/main" val="8963610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2026-09-13T05:35:23.6870000Z</dcterms:created>
  <dcterms:modified xsi:type="dcterms:W3CDTF">2026-09-13T05:35:23.6870000Z</dcterms:modified>
</coreProperties>
</file>