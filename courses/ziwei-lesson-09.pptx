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b1b9223174c62" /><Relationship Type="http://schemas.openxmlformats.org/officeDocument/2006/relationships/extended-properties" Target="/docProps/app.xml" Id="R17bfb6c92ab84e81" /><Relationship Type="http://schemas.openxmlformats.org/officeDocument/2006/relationships/officeDocument" Target="/ppt/presentation.xml" Id="R131c6b79c4e947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d06173a00c4148"/>
  </p:sldMasterIdLst>
  <p:notesMasterIdLst>
    <p:notesMasterId xmlns:r="http://schemas.openxmlformats.org/officeDocument/2006/relationships" r:id="Rbbc8b82026484390"/>
  </p:notesMasterIdLst>
  <p:sldIdLst>
    <p:sldId xmlns:r="http://schemas.openxmlformats.org/officeDocument/2006/relationships" id="256" r:id="Rd71a000805e541a3"/>
    <p:sldId xmlns:r="http://schemas.openxmlformats.org/officeDocument/2006/relationships" id="257" r:id="R792ca8eb20814e32"/>
    <p:sldId xmlns:r="http://schemas.openxmlformats.org/officeDocument/2006/relationships" id="258" r:id="Rb3b9a0ac9fb54dbf"/>
    <p:sldId xmlns:r="http://schemas.openxmlformats.org/officeDocument/2006/relationships" id="259" r:id="R0d029eb372204f8a"/>
    <p:sldId xmlns:r="http://schemas.openxmlformats.org/officeDocument/2006/relationships" id="260" r:id="Rad20e4191acf4d12"/>
    <p:sldId xmlns:r="http://schemas.openxmlformats.org/officeDocument/2006/relationships" id="261" r:id="R85de7aa2de074f05"/>
    <p:sldId xmlns:r="http://schemas.openxmlformats.org/officeDocument/2006/relationships" id="262" r:id="R11fe2915e9cb41a1"/>
    <p:sldId xmlns:r="http://schemas.openxmlformats.org/officeDocument/2006/relationships" id="263" r:id="Redbcf0738ea24804"/>
    <p:sldId xmlns:r="http://schemas.openxmlformats.org/officeDocument/2006/relationships" id="264" r:id="Rfc24b5dd9ec64bc6"/>
    <p:sldId xmlns:r="http://schemas.openxmlformats.org/officeDocument/2006/relationships" id="265" r:id="R6ea22537253549de"/>
    <p:sldId xmlns:r="http://schemas.openxmlformats.org/officeDocument/2006/relationships" id="266" r:id="Rc2c81511e24f498d"/>
    <p:sldId xmlns:r="http://schemas.openxmlformats.org/officeDocument/2006/relationships" id="267" r:id="Rf08a5b7d404b4e58"/>
    <p:sldId xmlns:r="http://schemas.openxmlformats.org/officeDocument/2006/relationships" id="268" r:id="R348f2b6d6c47421a"/>
    <p:sldId xmlns:r="http://schemas.openxmlformats.org/officeDocument/2006/relationships" id="269" r:id="R598c3c049e6c4f38"/>
    <p:sldId xmlns:r="http://schemas.openxmlformats.org/officeDocument/2006/relationships" id="270" r:id="Rd466388ab4434910"/>
    <p:sldId xmlns:r="http://schemas.openxmlformats.org/officeDocument/2006/relationships" id="271" r:id="R4898b61871564f23"/>
    <p:sldId xmlns:r="http://schemas.openxmlformats.org/officeDocument/2006/relationships" id="272" r:id="Rdc92eb2805c84a9a"/>
    <p:sldId xmlns:r="http://schemas.openxmlformats.org/officeDocument/2006/relationships" id="273" r:id="R942a7ef6f81b48f0"/>
    <p:sldId xmlns:r="http://schemas.openxmlformats.org/officeDocument/2006/relationships" id="274" r:id="R1146d24620f344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99ca668ca44a9d" /><Relationship Type="http://schemas.openxmlformats.org/officeDocument/2006/relationships/slideMaster" Target="/ppt/slideMasters/slideMaster1.xml" Id="R53d06173a00c4148" /><Relationship Type="http://schemas.openxmlformats.org/officeDocument/2006/relationships/notesMaster" Target="/ppt/notesMasters/notesMaster1.xml" Id="Rbbc8b82026484390" /><Relationship Type="http://schemas.openxmlformats.org/officeDocument/2006/relationships/presProps" Target="/ppt/presProps.xml" Id="R55ba8819f8fb45bc" /><Relationship Type="http://schemas.openxmlformats.org/officeDocument/2006/relationships/tableStyles" Target="/ppt/tableStyles.xml" Id="Rf108b5ea299741f0" /><Relationship Type="http://schemas.openxmlformats.org/officeDocument/2006/relationships/slide" Target="/ppt/slides/slide1.xml" Id="Rd71a000805e541a3" /><Relationship Type="http://schemas.openxmlformats.org/officeDocument/2006/relationships/slide" Target="/ppt/slides/slide2.xml" Id="R792ca8eb20814e32" /><Relationship Type="http://schemas.openxmlformats.org/officeDocument/2006/relationships/slide" Target="/ppt/slides/slide3.xml" Id="Rb3b9a0ac9fb54dbf" /><Relationship Type="http://schemas.openxmlformats.org/officeDocument/2006/relationships/slide" Target="/ppt/slides/slide4.xml" Id="R0d029eb372204f8a" /><Relationship Type="http://schemas.openxmlformats.org/officeDocument/2006/relationships/slide" Target="/ppt/slides/slide5.xml" Id="Rad20e4191acf4d12" /><Relationship Type="http://schemas.openxmlformats.org/officeDocument/2006/relationships/slide" Target="/ppt/slides/slide6.xml" Id="R85de7aa2de074f05" /><Relationship Type="http://schemas.openxmlformats.org/officeDocument/2006/relationships/slide" Target="/ppt/slides/slide7.xml" Id="R11fe2915e9cb41a1" /><Relationship Type="http://schemas.openxmlformats.org/officeDocument/2006/relationships/slide" Target="/ppt/slides/slide8.xml" Id="Redbcf0738ea24804" /><Relationship Type="http://schemas.openxmlformats.org/officeDocument/2006/relationships/slide" Target="/ppt/slides/slide9.xml" Id="Rfc24b5dd9ec64bc6" /><Relationship Type="http://schemas.openxmlformats.org/officeDocument/2006/relationships/slide" Target="/ppt/slides/slide10.xml" Id="R6ea22537253549de" /><Relationship Type="http://schemas.openxmlformats.org/officeDocument/2006/relationships/slide" Target="/ppt/slides/slide11.xml" Id="Rc2c81511e24f498d" /><Relationship Type="http://schemas.openxmlformats.org/officeDocument/2006/relationships/slide" Target="/ppt/slides/slide12.xml" Id="Rf08a5b7d404b4e58" /><Relationship Type="http://schemas.openxmlformats.org/officeDocument/2006/relationships/slide" Target="/ppt/slides/slide13.xml" Id="R348f2b6d6c47421a" /><Relationship Type="http://schemas.openxmlformats.org/officeDocument/2006/relationships/slide" Target="/ppt/slides/slide14.xml" Id="R598c3c049e6c4f38" /><Relationship Type="http://schemas.openxmlformats.org/officeDocument/2006/relationships/slide" Target="/ppt/slides/slide15.xml" Id="Rd466388ab4434910" /><Relationship Type="http://schemas.openxmlformats.org/officeDocument/2006/relationships/slide" Target="/ppt/slides/slide16.xml" Id="R4898b61871564f23" /><Relationship Type="http://schemas.openxmlformats.org/officeDocument/2006/relationships/slide" Target="/ppt/slides/slide17.xml" Id="Rdc92eb2805c84a9a" /><Relationship Type="http://schemas.openxmlformats.org/officeDocument/2006/relationships/slide" Target="/ppt/slides/slide18.xml" Id="R942a7ef6f81b48f0" /><Relationship Type="http://schemas.openxmlformats.org/officeDocument/2006/relationships/slide" Target="/ppt/slides/slide19.xml" Id="R1146d24620f344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86ee9b0e35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ba56b8e3564f28" /><Relationship Type="http://schemas.openxmlformats.org/officeDocument/2006/relationships/notesMaster" Target="/ppt/notesMasters/notesMaster1.xml" Id="R4937315b1b5841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39fcdd1f24267" /><Relationship Type="http://schemas.openxmlformats.org/officeDocument/2006/relationships/notesMaster" Target="/ppt/notesMasters/notesMaster1.xml" Id="R5f01847b58454c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6c0d1e4a91488f" /><Relationship Type="http://schemas.openxmlformats.org/officeDocument/2006/relationships/notesMaster" Target="/ppt/notesMasters/notesMaster1.xml" Id="Rd0da116cdd8c41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7ed2fab5004a13" /><Relationship Type="http://schemas.openxmlformats.org/officeDocument/2006/relationships/notesMaster" Target="/ppt/notesMasters/notesMaster1.xml" Id="Rd0bf58d6a350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75e2e6f6874c27" /><Relationship Type="http://schemas.openxmlformats.org/officeDocument/2006/relationships/notesMaster" Target="/ppt/notesMasters/notesMaster1.xml" Id="R0a54a72faf3349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999d7edf9f4dfb" /><Relationship Type="http://schemas.openxmlformats.org/officeDocument/2006/relationships/notesMaster" Target="/ppt/notesMasters/notesMaster1.xml" Id="R9da7dfedd7f844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d174e6400c4931" /><Relationship Type="http://schemas.openxmlformats.org/officeDocument/2006/relationships/notesMaster" Target="/ppt/notesMasters/notesMaster1.xml" Id="R140a5d9b892448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c8e96323b64f0b" /><Relationship Type="http://schemas.openxmlformats.org/officeDocument/2006/relationships/notesMaster" Target="/ppt/notesMasters/notesMaster1.xml" Id="R9ac719f659664c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14c6fb70204fe8" /><Relationship Type="http://schemas.openxmlformats.org/officeDocument/2006/relationships/notesMaster" Target="/ppt/notesMasters/notesMaster1.xml" Id="R838ffd3697404a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a07d9610f2487f" /><Relationship Type="http://schemas.openxmlformats.org/officeDocument/2006/relationships/notesMaster" Target="/ppt/notesMasters/notesMaster1.xml" Id="Rf7db7ff22a8a4e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b89fd415634053" /><Relationship Type="http://schemas.openxmlformats.org/officeDocument/2006/relationships/notesMaster" Target="/ppt/notesMasters/notesMaster1.xml" Id="R59336c8de41f41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f3424a9f6c4186" /><Relationship Type="http://schemas.openxmlformats.org/officeDocument/2006/relationships/notesMaster" Target="/ppt/notesMasters/notesMaster1.xml" Id="R7f525ab8d1d940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5d0db333d6449e" /><Relationship Type="http://schemas.openxmlformats.org/officeDocument/2006/relationships/notesMaster" Target="/ppt/notesMasters/notesMaster1.xml" Id="Rb4b6d7b958e14a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4e09296e5341d4" /><Relationship Type="http://schemas.openxmlformats.org/officeDocument/2006/relationships/notesMaster" Target="/ppt/notesMasters/notesMaster1.xml" Id="R7befdc68ef7a4c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3ba164e7b342c0" /><Relationship Type="http://schemas.openxmlformats.org/officeDocument/2006/relationships/notesMaster" Target="/ppt/notesMasters/notesMaster1.xml" Id="R800ca191a28245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5ac0c614da467d" /><Relationship Type="http://schemas.openxmlformats.org/officeDocument/2006/relationships/notesMaster" Target="/ppt/notesMasters/notesMaster1.xml" Id="R9c6a952799fb45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bf4b36370a4f41" /><Relationship Type="http://schemas.openxmlformats.org/officeDocument/2006/relationships/notesMaster" Target="/ppt/notesMasters/notesMaster1.xml" Id="R98f60fbfb7ca40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b849675762402e" /><Relationship Type="http://schemas.openxmlformats.org/officeDocument/2006/relationships/notesMaster" Target="/ppt/notesMasters/notesMaster1.xml" Id="R5e693edf24614a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6353d4e8844444" /><Relationship Type="http://schemas.openxmlformats.org/officeDocument/2006/relationships/notesMaster" Target="/ppt/notesMasters/notesMaster1.xml" Id="R03f27eddedcb4e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C:\Users\eason1288\Documents\上課資料夾\紫微斗數課程\紫微斗數_第9堂_學生講義.docx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ab8ff657d49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b2df963882430a" /><Relationship Type="http://schemas.openxmlformats.org/officeDocument/2006/relationships/slideLayout" Target="/ppt/slideLayouts/slideLayout1.xml" Id="R3b7220e568e94c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7220e568e94c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311b995be464b" /><Relationship Type="http://schemas.openxmlformats.org/officeDocument/2006/relationships/notesSlide" Target="/ppt/notesSlides/notesSlide1.xml" Id="Rcac1169ac50e4a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2a284f0344798" /><Relationship Type="http://schemas.openxmlformats.org/officeDocument/2006/relationships/notesSlide" Target="/ppt/notesSlides/notesSlide2.xml" Id="R23568db39987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bb58b65db4b06" /><Relationship Type="http://schemas.openxmlformats.org/officeDocument/2006/relationships/notesSlide" Target="/ppt/notesSlides/notesSlide3.xml" Id="Rbb0dc2e255424f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e4a3e20744779" /><Relationship Type="http://schemas.openxmlformats.org/officeDocument/2006/relationships/notesSlide" Target="/ppt/notesSlides/notesSlide4.xml" Id="R737d64736c7d4c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f5328afd944d7" /><Relationship Type="http://schemas.openxmlformats.org/officeDocument/2006/relationships/notesSlide" Target="/ppt/notesSlides/notesSlide5.xml" Id="R9a501eef6ff24e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fcc7e784741b5" /><Relationship Type="http://schemas.openxmlformats.org/officeDocument/2006/relationships/notesSlide" Target="/ppt/notesSlides/notesSlide6.xml" Id="R8227ba90173045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dd94cb7f243ff" /><Relationship Type="http://schemas.openxmlformats.org/officeDocument/2006/relationships/notesSlide" Target="/ppt/notesSlides/notesSlide7.xml" Id="R745c2169b8eb49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f0d67f3814e96" /><Relationship Type="http://schemas.openxmlformats.org/officeDocument/2006/relationships/notesSlide" Target="/ppt/notesSlides/notesSlide8.xml" Id="R1f8bebcdaca042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2e34a8f924f5e" /><Relationship Type="http://schemas.openxmlformats.org/officeDocument/2006/relationships/notesSlide" Target="/ppt/notesSlides/notesSlide9.xml" Id="Rca7d8c4def3b43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7f88262cc4efb" /><Relationship Type="http://schemas.openxmlformats.org/officeDocument/2006/relationships/notesSlide" Target="/ppt/notesSlides/notesSlide10.xml" Id="R29493e0308f340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d8dbc7afa4d6f" /><Relationship Type="http://schemas.openxmlformats.org/officeDocument/2006/relationships/notesSlide" Target="/ppt/notesSlides/notesSlide11.xml" Id="R0b12eb1100cc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e5ff7743e47f2" /><Relationship Type="http://schemas.openxmlformats.org/officeDocument/2006/relationships/notesSlide" Target="/ppt/notesSlides/notesSlide12.xml" Id="Rf9542c54997d4f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f6684aabe44c7" /><Relationship Type="http://schemas.openxmlformats.org/officeDocument/2006/relationships/notesSlide" Target="/ppt/notesSlides/notesSlide13.xml" Id="Rf768692cd00e4d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e20c5c5a14e25" /><Relationship Type="http://schemas.openxmlformats.org/officeDocument/2006/relationships/notesSlide" Target="/ppt/notesSlides/notesSlide14.xml" Id="R8a492cd0470f48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bf73326e2413c" /><Relationship Type="http://schemas.openxmlformats.org/officeDocument/2006/relationships/notesSlide" Target="/ppt/notesSlides/notesSlide15.xml" Id="R7a90822e64a84e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d6699e807498f" /><Relationship Type="http://schemas.openxmlformats.org/officeDocument/2006/relationships/notesSlide" Target="/ppt/notesSlides/notesSlide16.xml" Id="R369ab03d07b944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b488671444343" /><Relationship Type="http://schemas.openxmlformats.org/officeDocument/2006/relationships/notesSlide" Target="/ppt/notesSlides/notesSlide17.xml" Id="Rc667dc92b0cd42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e201a370e441d" /><Relationship Type="http://schemas.openxmlformats.org/officeDocument/2006/relationships/notesSlide" Target="/ppt/notesSlides/notesSlide18.xml" Id="R1b5b4a4379c542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296c61e504de4" /><Relationship Type="http://schemas.openxmlformats.org/officeDocument/2006/relationships/notesSlide" Target="/ppt/notesSlides/notesSlide19.xml" Id="Rc826af99e60049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3B9F6-6BA5-43F2-B620-DB476783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F7D17-F494-476D-9342-F017B72B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1844E-F7C2-4B0C-8F9A-CF14408B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E371E-7B5C-4E8E-B3B8-CCBAF4CE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三方四正與格局（上）· 富貴格局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04E21-36A3-4E49-BDF9-69796E3B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第9堂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C0ACB-9334-4261-8852-511B3ABE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壹、看盤的基本盤面:三方四正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論任何一宮,都不能只看本宮孤星,而要看它的「三方四正」——這是斗數看盤最基本的視野。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64EBB-DDE9-47CC-8122-63086C49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737078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3FE97-F4D9-4913-9BAE-66A9134F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EAC36-0817-4193-BDCD-31CFA208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A583A-0D53-44FB-80F6-B2FABE57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確立三方四正、對宮、鄰宮夾宮的看盤基本盤面。 2. 理解「格局」的意義——它定的是人生的層次高低。 3. 掌握主要富貴吉格的「成立條件」與所主。 4. 建立「成格必查破格」的鐵律,分辨真貴格與虛名假格。 5. 能在實盤中認出格局並判斷其成與破。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5C89F-BC63-426B-A1F2-418B6A6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002</a:t>
            </a:r>
          </a:p>
        </p:txBody>
      </p:sp>
    </p:spTree>
    <p:extLst>
      <p:ext uri="{BB962C8B-B14F-4D97-AF65-F5344CB8AC3E}">
        <p14:creationId xmlns:p14="http://schemas.microsoft.com/office/powerpoint/2010/main" val="1959888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CA183-636C-4B2C-983C-EB258B33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7E35E-A3A8-4100-9017-90EB5532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壹、看盤的基本盤面:三方四正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DB2B-2B98-4894-9A30-7F049B36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90CCE-C527-40AE-886C-9D0483CA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9F6DC-D803-479E-BE20-2529071F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論任何一宮,都不能只看本宮孤星,而要看它的「三方四正」——這是斗數看盤最基本的視野。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本宮 所論的那一宮(如命宮)本身的星曜。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對宮 本宮正對面的宮(相隔六位),力量僅次於本宮,與本宮互相牽動、互為表裡。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三合宮 本宮左右各隔三位的兩個宮(構成三合)。三宮加對宮的星,一齊「會照」本宮。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「本宮 + 對宮 + 三合二宮」= 三方四正,是判斷一宮吉凶格局的完整範圍。命宮的三方四正,固定是「命、遷移(對)、財帛、官祿(三合)」——即命、財、官、遷四宮互相會照,合稱人生的骨幹四宮。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3E98C-29A5-4134-9A9F-5645107B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003</a:t>
            </a:r>
          </a:p>
        </p:txBody>
      </p:sp>
    </p:spTree>
    <p:extLst>
      <p:ext uri="{BB962C8B-B14F-4D97-AF65-F5344CB8AC3E}">
        <p14:creationId xmlns:p14="http://schemas.microsoft.com/office/powerpoint/2010/main" val="2000592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B8146-CBEF-435F-A58E-44679C28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A7444-132F-4F46-840A-A6F7C60B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夾宮與借星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A0205-BBA8-41F3-8297-AC3817AB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DBCB8-0CF0-4C24-B94A-5116596A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477B4-886C-4CB0-8F70-DC6E14C8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夾宮:本宮左右緊鄰的兩宮所夾之星,也會影響本宮(第六堂已述,吉夾錦上添花、凶夾雪上加霜)。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借星:本宮為空宮時,借對宮主星入本宮參看(第八堂已述)。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AD067-0302-46A9-A479-B4A3D7F5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004</a:t>
            </a:r>
          </a:p>
        </p:txBody>
      </p:sp>
    </p:spTree>
    <p:extLst>
      <p:ext uri="{BB962C8B-B14F-4D97-AF65-F5344CB8AC3E}">
        <p14:creationId xmlns:p14="http://schemas.microsoft.com/office/powerpoint/2010/main" val="630810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FEB3F-EE37-4472-9787-4A7D1400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6E8E9-2902-4016-9190-5CA0851D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貳、格局的意義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659B6-2876-4280-8D40-CC977E09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422A4-1220-4AD6-9648-098B0978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48AB6-764C-44BD-B9C7-B4C00F79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當三方四正的星曜,以特定的方式組合會照,便構成「格局」。格局的意義,在於它定出一個人「先天的層次高低」——同樣努力,格局高者成就的量級不同。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5992A-33CF-4827-9594-DE76233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005</a:t>
            </a:r>
          </a:p>
        </p:txBody>
      </p:sp>
    </p:spTree>
    <p:extLst>
      <p:ext uri="{BB962C8B-B14F-4D97-AF65-F5344CB8AC3E}">
        <p14:creationId xmlns:p14="http://schemas.microsoft.com/office/powerpoint/2010/main" val="1927507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1D823-A03B-494C-9F5C-6F998983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A700A-BD0C-4454-9A25-98693B52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貳、格局的意義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DF7E9-9C24-46E2-80E1-821624B6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格局的兩層心法 先看層次、再看內容:格局定你在哪個量級,星情細節定你在這量級裡過什麼樣的日子。 格局定高度、運限定時機:好格局也要走到好運限才發;這是第十七、十八堂的事。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CB417-BB9D-458D-B238-F4301A1D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006</a:t>
            </a:r>
          </a:p>
        </p:txBody>
      </p:sp>
    </p:spTree>
    <p:extLst>
      <p:ext uri="{BB962C8B-B14F-4D97-AF65-F5344CB8AC3E}">
        <p14:creationId xmlns:p14="http://schemas.microsoft.com/office/powerpoint/2010/main" val="141642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3E17B-5FE3-4D2E-B428-1CB8E809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56A3D-82F9-4EC2-A14A-5FFEA79A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參、富貴格局 · 成立條件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E4D51-F08A-42A2-B6F0-9949E7FE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7152F-7CF1-44E1-900C-AE0EA11F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FDF5B-A0FF-498E-823B-93F32D4A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以下為主要的富貴吉格,重點在「成立條件」——能在盤中認出條件,才算真懂格局: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5B36D-08DF-4748-B926-222AED27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007</a:t>
            </a:r>
          </a:p>
        </p:txBody>
      </p:sp>
    </p:spTree>
    <p:extLst>
      <p:ext uri="{BB962C8B-B14F-4D97-AF65-F5344CB8AC3E}">
        <p14:creationId xmlns:p14="http://schemas.microsoft.com/office/powerpoint/2010/main" val="818490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43B09-906A-49E8-AD2A-222E1CD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B4482-D3A5-4F01-8EB2-D7900F3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參、富貴格局 · 成立條件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44455-8015-45C7-88B1-ED48EE7A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格局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成立條件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所主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君臣慶會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紫微會天府、天相,再得左右昌曲魁鉞朝拱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大貴、居高位、能成大局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紫府朝垣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命三方會紫微、天府來朝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尊貴穩重、一生近貴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府相朝垣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命三方得天府、天相來朝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衣食豐足、富而安穩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機月同梁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天機、太陰、天同、天梁會照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宜公職專技(作吏人)、安定有成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陽梁昌祿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太陽、天梁、文昌、祿存(或化祿)會命/官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功名、國考、公門、專業考照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日月並明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太陽太陰皆廟旺(如日卯月酉)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富貴光明、名利雙收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日照雷門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太陽居卯坐命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旭日東昇、光明磊落、早發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EF80E-D09F-41F6-84A5-6625DC8A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008</a:t>
            </a:r>
          </a:p>
        </p:txBody>
      </p:sp>
    </p:spTree>
    <p:extLst>
      <p:ext uri="{BB962C8B-B14F-4D97-AF65-F5344CB8AC3E}">
        <p14:creationId xmlns:p14="http://schemas.microsoft.com/office/powerpoint/2010/main" val="1885115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E069E-9A0E-4F52-AD7C-48BC658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2D8BF-640A-4FDB-AE87-8CD5967C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參、富貴格局 · 成立條件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03E3C-808E-44D7-9E2E-6B3E4DA6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月朗天門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太陰居亥坐命廟旺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清貴富厚、內涵深、宜夜生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石中隱玉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巨門居子午坐命,逢化祿化權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先隱後顯、大器晚成之貴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火貪 / 鈴貪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貪狼與火星或鈴星同宮或會照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橫發資財、事業驟起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貪武同行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武曲貪狼同會,得祿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先貧後富、中晚年發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七殺朝斗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七殺居寅申子午得地會紫微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威權、開創、獨當一面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祿馬交馳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祿存(或化祿)與天馬同會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財源流動、遠方得財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三奇加會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化祿、化權、化科三吉化同會一宮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名利權俱得,大格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雙祿朝垣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祿存與化祿會照命宮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財厚福重、一生財順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3FE23-2E95-4611-99BF-3504BFF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009</a:t>
            </a:r>
          </a:p>
        </p:txBody>
      </p:sp>
    </p:spTree>
    <p:extLst>
      <p:ext uri="{BB962C8B-B14F-4D97-AF65-F5344CB8AC3E}">
        <p14:creationId xmlns:p14="http://schemas.microsoft.com/office/powerpoint/2010/main" val="11054371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0EE7E-E75A-4DBB-A4F2-190051F4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D9373-E126-4088-8E98-2D50ACE4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參、富貴格局 · 成立條件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4853C-89EB-47F2-A7DA-0BEB224F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文桂文華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文昌文曲夾命或會命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文采蓋世、聰明科名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坐貴向貴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天魁天鉞分坐命與對宮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一生貴人扶持、逢凶化吉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14986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英星入廟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破軍居子午得紫微同宮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剛柔並濟、開創有成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76975-6502-4BF9-9305-F17348C2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010</a:t>
            </a:r>
          </a:p>
        </p:txBody>
      </p:sp>
    </p:spTree>
    <p:extLst>
      <p:ext uri="{BB962C8B-B14F-4D97-AF65-F5344CB8AC3E}">
        <p14:creationId xmlns:p14="http://schemas.microsoft.com/office/powerpoint/2010/main" val="2078170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1006F-3D0B-4139-B814-4662622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DFB9E-C2CE-4BAE-9152-90F3D96F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重點格局深講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24900-F9AD-47F3-952B-A135C8C2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544EA-9D93-4781-B680-5CC8CA09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801D5-136F-4706-9E73-F6A57E51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陽梁昌祿——太陽、天梁、文昌、祿存(或化祿)四者會於命宮或官祿宮。此格主功名考運,自古為「國考、公門」第一貴格;現代對應高考、公職、專技高考、律師醫師等專業考照。有此格者,走文途、考途最順。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火貪、鈴貪——貪狼(慾望、機遇)配火星或鈴星(爆發),主「橫發」:突如其來的大財或事業機遇。但發也速、去也速,得此格者宜見好就收、把橫財化為長財,忌恃暴發而驕縱揮霍。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三奇加會——化祿、化權、化科三顆吉化同會一宮之三方,名、利、權一齊到位,是格局中的大格,主能成大事、享大名。若再無破,貴不可言。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2AEEF-88FD-4337-B0B3-C5AC222D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011</a:t>
            </a:r>
          </a:p>
        </p:txBody>
      </p:sp>
    </p:spTree>
    <p:extLst>
      <p:ext uri="{BB962C8B-B14F-4D97-AF65-F5344CB8AC3E}">
        <p14:creationId xmlns:p14="http://schemas.microsoft.com/office/powerpoint/2010/main" val="301736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D154B-3015-4B74-A77F-EBFB124A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7D069-5C0A-4AF2-839A-292BD2C7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肆、成格必查破格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81287-54ED-40C1-BF9B-5874AC2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B5BAC-5A56-4A3E-B803-C2C5B88C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98BAC-4BF8-4AA2-B829-E43FE09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這是本堂最重要的鐵律。看到格局成立,先別高興,立刻檢查有無「破格」——格局一破,再美的名也要大打折扣: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① 逢煞沖:三方四正有擎羊、陀羅、火鈴、空劫來沖破,格局受損。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② 逢化忌:格局主星或關鍵星被化忌沖或坐忌,吉格轉憂。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③ 主星落陷:構成格局的星落陷失力,有其名而無其力(如陽梁昌祿而太陽落陷,功名打折)。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④ 祿被沖破:靠祿成格者(如祿馬、雙祿、陽梁昌祿),祿逢對宮忌沖則格破。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BA2F5-D85C-48F0-90E8-2B7E3A79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012</a:t>
            </a:r>
          </a:p>
        </p:txBody>
      </p:sp>
    </p:spTree>
    <p:extLst>
      <p:ext uri="{BB962C8B-B14F-4D97-AF65-F5344CB8AC3E}">
        <p14:creationId xmlns:p14="http://schemas.microsoft.com/office/powerpoint/2010/main" val="16750295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D24E1-4142-4FE3-9073-4A8C159A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388EE-9FD3-4A13-A067-4E03B225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肆、成格必查破格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E30E4-B7F7-42E9-B20D-1AB062C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看到格名就喊富貴,是最外行的表現。真高手看到格,第一個動作是找「破」在哪——能成、能破、能救,三者都看到,才算真懂格局。寒門也有真貴格,富家亦有虛名假格,全看名實是否相符。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6AC2C-7F30-488F-BFBC-B47F8F12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013</a:t>
            </a:r>
          </a:p>
        </p:txBody>
      </p:sp>
    </p:spTree>
    <p:extLst>
      <p:ext uri="{BB962C8B-B14F-4D97-AF65-F5344CB8AC3E}">
        <p14:creationId xmlns:p14="http://schemas.microsoft.com/office/powerpoint/2010/main" val="693157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BE39C-F8B1-4C4E-BA9F-5BD6C724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4BE1A-35AC-4116-942F-B08B1975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伍、格局層次的判定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FC454-589E-46C9-94DA-AF3A0B6C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F489E-9C93-4D00-B976-984A9200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0F64C-F9BE-499F-A474-A2BDB139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綜合成格與破格,可初步定出一張盤的格局層次: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上格:成格完整、無破或破而有救、主星廟旺、四化助力——主大富大貴、成就量級高。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中格:成格但小破、或格局普通而運限配合——主小康有成、一生平順可為。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下格 / 破格:格破無救、煞忌交攻、主星落陷——主辛勞起伏,然仍須看運限與心性有無轉圜。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切記:格局定「先天高度」,但人生的實際發展,還要疊上運限(第十七、十八堂)與心性修為。格局不好不等於人生失敗——這是命理師該有的分寸與慈悲。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A1E10-8D0B-4457-AEF8-FA82A407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014</a:t>
            </a:r>
          </a:p>
        </p:txBody>
      </p:sp>
    </p:spTree>
    <p:extLst>
      <p:ext uri="{BB962C8B-B14F-4D97-AF65-F5344CB8AC3E}">
        <p14:creationId xmlns:p14="http://schemas.microsoft.com/office/powerpoint/2010/main" val="11556513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2D102-16CE-47E1-8F8B-34ADBC54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BC4E6-7064-4347-ADC8-BB4BE02A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082B3-1EF6-4E0E-849D-28CD91C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5A47D-C0FC-4252-A9A1-B0E830BC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5C7BA-BED6-4AAF-B9A3-DE1F011D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命宮的「三方四正」是哪四宮?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「陽梁昌祿」由哪四者構成?主什麼?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「火貪格」如何構成?有何特性與提醒?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成格之後,必須立刻檢查什麼?列出四種破格情形。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「三奇加會」指哪三化?為何是大格?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9C1EB-AC1F-4EC7-8283-78006A32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015</a:t>
            </a:r>
          </a:p>
        </p:txBody>
      </p:sp>
    </p:spTree>
    <p:extLst>
      <p:ext uri="{BB962C8B-B14F-4D97-AF65-F5344CB8AC3E}">
        <p14:creationId xmlns:p14="http://schemas.microsoft.com/office/powerpoint/2010/main" val="16106097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71123-8BEC-4E46-A070-36C6088C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6788E-6A34-4DE1-9052-9FD2A2F9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8537C-904E-4966-84FC-2D1CE4F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EE814-030E-4A4E-BF67-B67CF2C2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3378C-70AA-45EF-BAE7-F3CA1562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練習六 為什麼「格局不好」不等於「人生失敗」?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50110-9978-496D-AA26-8A2AA13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016</a:t>
            </a:r>
          </a:p>
        </p:txBody>
      </p:sp>
    </p:spTree>
    <p:extLst>
      <p:ext uri="{BB962C8B-B14F-4D97-AF65-F5344CB8AC3E}">
        <p14:creationId xmlns:p14="http://schemas.microsoft.com/office/powerpoint/2010/main" val="11009975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3EBF9-B842-4B91-BC82-54FE5E7C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A48A5-2A67-4650-B887-4C6D1CD7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12F85-C02C-4FFA-A918-7AAD42D3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4268D-942D-4956-AE18-3220518A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87706-C500-4872-A93F-63C45D17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檢視自己與四位親友的命盤,找出是否成格,逐一判斷成、破,並說明理由。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背熟本堂富貴格局的成立條件表。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找一位事業有成者的命盤,分析其格局層次與關鍵貴格。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4EADA-8EA1-4EF8-9A4F-03A37312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017</a:t>
            </a:r>
          </a:p>
        </p:txBody>
      </p:sp>
    </p:spTree>
    <p:extLst>
      <p:ext uri="{BB962C8B-B14F-4D97-AF65-F5344CB8AC3E}">
        <p14:creationId xmlns:p14="http://schemas.microsoft.com/office/powerpoint/2010/main" val="12440859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32949-31D4-41B2-958A-D27C9EE3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E1A8B-88DE-4432-841F-1FB0F4CF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6696E-685A-45B1-B6EB-08735074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階段預告 第十堂:格局(下)· 敗局、刑忌與定層次。將補齊凶格敗局與其救應之法,並學會綜合定出一張盤的高低——格局理論就此完整。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F2E31-3B6A-4A1B-8B95-6DB2DB24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018</a:t>
            </a:r>
          </a:p>
        </p:txBody>
      </p:sp>
    </p:spTree>
    <p:extLst>
      <p:ext uri="{BB962C8B-B14F-4D97-AF65-F5344CB8AC3E}">
        <p14:creationId xmlns:p14="http://schemas.microsoft.com/office/powerpoint/2010/main" val="16763455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DD2B4-80ED-42D4-B506-774F2D46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F1F34-C952-47E3-98D5-5EBA509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C9E2C-6D5E-47BF-BC5A-8EF91F63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13D96-9626-4D8E-8908-381A127C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11DB0-03BD-4739-AF21-314ED312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1CB15-8371-4C20-8EFA-5211A095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玖   019</a:t>
            </a:r>
          </a:p>
        </p:txBody>
      </p:sp>
    </p:spTree>
    <p:extLst>
      <p:ext uri="{BB962C8B-B14F-4D97-AF65-F5344CB8AC3E}">
        <p14:creationId xmlns:p14="http://schemas.microsoft.com/office/powerpoint/2010/main" val="305198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2026-09-13T05:36:58.1920000Z</dcterms:created>
  <dcterms:modified xsi:type="dcterms:W3CDTF">2026-09-13T05:36:58.1920000Z</dcterms:modified>
</coreProperties>
</file>