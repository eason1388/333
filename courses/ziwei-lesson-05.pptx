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75b9ff77a84192" /><Relationship Type="http://schemas.openxmlformats.org/officeDocument/2006/relationships/extended-properties" Target="/docProps/app.xml" Id="R56e0545b480844d2" /><Relationship Type="http://schemas.openxmlformats.org/officeDocument/2006/relationships/officeDocument" Target="/ppt/presentation.xml" Id="R0ab2bca305f444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9f82080dd747eb"/>
  </p:sldMasterIdLst>
  <p:notesMasterIdLst>
    <p:notesMasterId xmlns:r="http://schemas.openxmlformats.org/officeDocument/2006/relationships" r:id="R16cf8fcc98b64347"/>
  </p:notesMasterIdLst>
  <p:sldIdLst>
    <p:sldId xmlns:r="http://schemas.openxmlformats.org/officeDocument/2006/relationships" id="256" r:id="Rf1a5aa79c84a4b9e"/>
    <p:sldId xmlns:r="http://schemas.openxmlformats.org/officeDocument/2006/relationships" id="257" r:id="Rda305ff24008447e"/>
    <p:sldId xmlns:r="http://schemas.openxmlformats.org/officeDocument/2006/relationships" id="258" r:id="R6305c99e7b614b78"/>
    <p:sldId xmlns:r="http://schemas.openxmlformats.org/officeDocument/2006/relationships" id="259" r:id="R6f59113b4779465a"/>
    <p:sldId xmlns:r="http://schemas.openxmlformats.org/officeDocument/2006/relationships" id="260" r:id="R932c28d106e444c4"/>
    <p:sldId xmlns:r="http://schemas.openxmlformats.org/officeDocument/2006/relationships" id="261" r:id="Rb60f6ec5668e4afd"/>
    <p:sldId xmlns:r="http://schemas.openxmlformats.org/officeDocument/2006/relationships" id="262" r:id="Ra7cbbc462e914c6a"/>
    <p:sldId xmlns:r="http://schemas.openxmlformats.org/officeDocument/2006/relationships" id="263" r:id="R6b94d12c6219401e"/>
    <p:sldId xmlns:r="http://schemas.openxmlformats.org/officeDocument/2006/relationships" id="264" r:id="R2d90914fb4324b7f"/>
    <p:sldId xmlns:r="http://schemas.openxmlformats.org/officeDocument/2006/relationships" id="265" r:id="R1e3adf32ea464622"/>
    <p:sldId xmlns:r="http://schemas.openxmlformats.org/officeDocument/2006/relationships" id="266" r:id="Rc4bf0fe6f5104183"/>
    <p:sldId xmlns:r="http://schemas.openxmlformats.org/officeDocument/2006/relationships" id="267" r:id="R5e168756afcb4231"/>
    <p:sldId xmlns:r="http://schemas.openxmlformats.org/officeDocument/2006/relationships" id="268" r:id="R6e29baf432d4489a"/>
    <p:sldId xmlns:r="http://schemas.openxmlformats.org/officeDocument/2006/relationships" id="269" r:id="R48857f961ba04a0d"/>
    <p:sldId xmlns:r="http://schemas.openxmlformats.org/officeDocument/2006/relationships" id="270" r:id="R6bdb47f7528641a8"/>
    <p:sldId xmlns:r="http://schemas.openxmlformats.org/officeDocument/2006/relationships" id="271" r:id="Rbb255a1dc66e4e39"/>
    <p:sldId xmlns:r="http://schemas.openxmlformats.org/officeDocument/2006/relationships" id="272" r:id="Rd1576ad109b04bc6"/>
    <p:sldId xmlns:r="http://schemas.openxmlformats.org/officeDocument/2006/relationships" id="273" r:id="Rf2d6144785974212"/>
    <p:sldId xmlns:r="http://schemas.openxmlformats.org/officeDocument/2006/relationships" id="274" r:id="R26f5f369193b43d9"/>
    <p:sldId xmlns:r="http://schemas.openxmlformats.org/officeDocument/2006/relationships" id="275" r:id="Rba7b08bf48794981"/>
    <p:sldId xmlns:r="http://schemas.openxmlformats.org/officeDocument/2006/relationships" id="276" r:id="Rfa1f1d057c014aa6"/>
    <p:sldId xmlns:r="http://schemas.openxmlformats.org/officeDocument/2006/relationships" id="277" r:id="R3c4100437837412a"/>
    <p:sldId xmlns:r="http://schemas.openxmlformats.org/officeDocument/2006/relationships" id="278" r:id="R06da5c560954433f"/>
    <p:sldId xmlns:r="http://schemas.openxmlformats.org/officeDocument/2006/relationships" id="279" r:id="Ra5179b33d0de4a2c"/>
    <p:sldId xmlns:r="http://schemas.openxmlformats.org/officeDocument/2006/relationships" id="280" r:id="Ra10c02dacdb44480"/>
    <p:sldId xmlns:r="http://schemas.openxmlformats.org/officeDocument/2006/relationships" id="281" r:id="Re225b49c0b4b4fe0"/>
    <p:sldId xmlns:r="http://schemas.openxmlformats.org/officeDocument/2006/relationships" id="282" r:id="R1436564ae46e48e8"/>
    <p:sldId xmlns:r="http://schemas.openxmlformats.org/officeDocument/2006/relationships" id="283" r:id="Rc20e45a41b8c4ad8"/>
    <p:sldId xmlns:r="http://schemas.openxmlformats.org/officeDocument/2006/relationships" id="284" r:id="R875cb36e72684461"/>
    <p:sldId xmlns:r="http://schemas.openxmlformats.org/officeDocument/2006/relationships" id="285" r:id="Rcfed90d29f534cfa"/>
    <p:sldId xmlns:r="http://schemas.openxmlformats.org/officeDocument/2006/relationships" id="286" r:id="Rc4f88633acec4dce"/>
    <p:sldId xmlns:r="http://schemas.openxmlformats.org/officeDocument/2006/relationships" id="287" r:id="Re4f0912d54ce49fc"/>
    <p:sldId xmlns:r="http://schemas.openxmlformats.org/officeDocument/2006/relationships" id="288" r:id="R874c52a63b58481e"/>
    <p:sldId xmlns:r="http://schemas.openxmlformats.org/officeDocument/2006/relationships" id="289" r:id="Rc4fcb3858cd44e01"/>
    <p:sldId xmlns:r="http://schemas.openxmlformats.org/officeDocument/2006/relationships" id="290" r:id="R6dbaae3c273b48cd"/>
    <p:sldId xmlns:r="http://schemas.openxmlformats.org/officeDocument/2006/relationships" id="291" r:id="R5a22fc431b2c400b"/>
    <p:sldId xmlns:r="http://schemas.openxmlformats.org/officeDocument/2006/relationships" id="292" r:id="R4f3083c5fa504879"/>
    <p:sldId xmlns:r="http://schemas.openxmlformats.org/officeDocument/2006/relationships" id="293" r:id="R52b8816388534d77"/>
    <p:sldId xmlns:r="http://schemas.openxmlformats.org/officeDocument/2006/relationships" id="294" r:id="R62513e98476845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86b5491c554358" /><Relationship Type="http://schemas.openxmlformats.org/officeDocument/2006/relationships/slideMaster" Target="/ppt/slideMasters/slideMaster1.xml" Id="R589f82080dd747eb" /><Relationship Type="http://schemas.openxmlformats.org/officeDocument/2006/relationships/notesMaster" Target="/ppt/notesMasters/notesMaster1.xml" Id="R16cf8fcc98b64347" /><Relationship Type="http://schemas.openxmlformats.org/officeDocument/2006/relationships/presProps" Target="/ppt/presProps.xml" Id="R4af38ca35aa64e0a" /><Relationship Type="http://schemas.openxmlformats.org/officeDocument/2006/relationships/tableStyles" Target="/ppt/tableStyles.xml" Id="Ra1b3c1fd38fa4741" /><Relationship Type="http://schemas.openxmlformats.org/officeDocument/2006/relationships/slide" Target="/ppt/slides/slide1.xml" Id="Rf1a5aa79c84a4b9e" /><Relationship Type="http://schemas.openxmlformats.org/officeDocument/2006/relationships/slide" Target="/ppt/slides/slide2.xml" Id="Rda305ff24008447e" /><Relationship Type="http://schemas.openxmlformats.org/officeDocument/2006/relationships/slide" Target="/ppt/slides/slide3.xml" Id="R6305c99e7b614b78" /><Relationship Type="http://schemas.openxmlformats.org/officeDocument/2006/relationships/slide" Target="/ppt/slides/slide4.xml" Id="R6f59113b4779465a" /><Relationship Type="http://schemas.openxmlformats.org/officeDocument/2006/relationships/slide" Target="/ppt/slides/slide5.xml" Id="R932c28d106e444c4" /><Relationship Type="http://schemas.openxmlformats.org/officeDocument/2006/relationships/slide" Target="/ppt/slides/slide6.xml" Id="Rb60f6ec5668e4afd" /><Relationship Type="http://schemas.openxmlformats.org/officeDocument/2006/relationships/slide" Target="/ppt/slides/slide7.xml" Id="Ra7cbbc462e914c6a" /><Relationship Type="http://schemas.openxmlformats.org/officeDocument/2006/relationships/slide" Target="/ppt/slides/slide8.xml" Id="R6b94d12c6219401e" /><Relationship Type="http://schemas.openxmlformats.org/officeDocument/2006/relationships/slide" Target="/ppt/slides/slide9.xml" Id="R2d90914fb4324b7f" /><Relationship Type="http://schemas.openxmlformats.org/officeDocument/2006/relationships/slide" Target="/ppt/slides/slide10.xml" Id="R1e3adf32ea464622" /><Relationship Type="http://schemas.openxmlformats.org/officeDocument/2006/relationships/slide" Target="/ppt/slides/slide11.xml" Id="Rc4bf0fe6f5104183" /><Relationship Type="http://schemas.openxmlformats.org/officeDocument/2006/relationships/slide" Target="/ppt/slides/slide12.xml" Id="R5e168756afcb4231" /><Relationship Type="http://schemas.openxmlformats.org/officeDocument/2006/relationships/slide" Target="/ppt/slides/slide13.xml" Id="R6e29baf432d4489a" /><Relationship Type="http://schemas.openxmlformats.org/officeDocument/2006/relationships/slide" Target="/ppt/slides/slide14.xml" Id="R48857f961ba04a0d" /><Relationship Type="http://schemas.openxmlformats.org/officeDocument/2006/relationships/slide" Target="/ppt/slides/slide15.xml" Id="R6bdb47f7528641a8" /><Relationship Type="http://schemas.openxmlformats.org/officeDocument/2006/relationships/slide" Target="/ppt/slides/slide16.xml" Id="Rbb255a1dc66e4e39" /><Relationship Type="http://schemas.openxmlformats.org/officeDocument/2006/relationships/slide" Target="/ppt/slides/slide17.xml" Id="Rd1576ad109b04bc6" /><Relationship Type="http://schemas.openxmlformats.org/officeDocument/2006/relationships/slide" Target="/ppt/slides/slide18.xml" Id="Rf2d6144785974212" /><Relationship Type="http://schemas.openxmlformats.org/officeDocument/2006/relationships/slide" Target="/ppt/slides/slide19.xml" Id="R26f5f369193b43d9" /><Relationship Type="http://schemas.openxmlformats.org/officeDocument/2006/relationships/slide" Target="/ppt/slides/slide20.xml" Id="Rba7b08bf48794981" /><Relationship Type="http://schemas.openxmlformats.org/officeDocument/2006/relationships/slide" Target="/ppt/slides/slide21.xml" Id="Rfa1f1d057c014aa6" /><Relationship Type="http://schemas.openxmlformats.org/officeDocument/2006/relationships/slide" Target="/ppt/slides/slide22.xml" Id="R3c4100437837412a" /><Relationship Type="http://schemas.openxmlformats.org/officeDocument/2006/relationships/slide" Target="/ppt/slides/slide23.xml" Id="R06da5c560954433f" /><Relationship Type="http://schemas.openxmlformats.org/officeDocument/2006/relationships/slide" Target="/ppt/slides/slide24.xml" Id="Ra5179b33d0de4a2c" /><Relationship Type="http://schemas.openxmlformats.org/officeDocument/2006/relationships/slide" Target="/ppt/slides/slide25.xml" Id="Ra10c02dacdb44480" /><Relationship Type="http://schemas.openxmlformats.org/officeDocument/2006/relationships/slide" Target="/ppt/slides/slide26.xml" Id="Re225b49c0b4b4fe0" /><Relationship Type="http://schemas.openxmlformats.org/officeDocument/2006/relationships/slide" Target="/ppt/slides/slide27.xml" Id="R1436564ae46e48e8" /><Relationship Type="http://schemas.openxmlformats.org/officeDocument/2006/relationships/slide" Target="/ppt/slides/slide28.xml" Id="Rc20e45a41b8c4ad8" /><Relationship Type="http://schemas.openxmlformats.org/officeDocument/2006/relationships/slide" Target="/ppt/slides/slide29.xml" Id="R875cb36e72684461" /><Relationship Type="http://schemas.openxmlformats.org/officeDocument/2006/relationships/slide" Target="/ppt/slides/slide30.xml" Id="Rcfed90d29f534cfa" /><Relationship Type="http://schemas.openxmlformats.org/officeDocument/2006/relationships/slide" Target="/ppt/slides/slide31.xml" Id="Rc4f88633acec4dce" /><Relationship Type="http://schemas.openxmlformats.org/officeDocument/2006/relationships/slide" Target="/ppt/slides/slide32.xml" Id="Re4f0912d54ce49fc" /><Relationship Type="http://schemas.openxmlformats.org/officeDocument/2006/relationships/slide" Target="/ppt/slides/slide33.xml" Id="R874c52a63b58481e" /><Relationship Type="http://schemas.openxmlformats.org/officeDocument/2006/relationships/slide" Target="/ppt/slides/slide34.xml" Id="Rc4fcb3858cd44e01" /><Relationship Type="http://schemas.openxmlformats.org/officeDocument/2006/relationships/slide" Target="/ppt/slides/slide35.xml" Id="R6dbaae3c273b48cd" /><Relationship Type="http://schemas.openxmlformats.org/officeDocument/2006/relationships/slide" Target="/ppt/slides/slide36.xml" Id="R5a22fc431b2c400b" /><Relationship Type="http://schemas.openxmlformats.org/officeDocument/2006/relationships/slide" Target="/ppt/slides/slide37.xml" Id="R4f3083c5fa504879" /><Relationship Type="http://schemas.openxmlformats.org/officeDocument/2006/relationships/slide" Target="/ppt/slides/slide38.xml" Id="R52b8816388534d77" /><Relationship Type="http://schemas.openxmlformats.org/officeDocument/2006/relationships/slide" Target="/ppt/slides/slide39.xml" Id="R62513e98476845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842962f04241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29e50299d94060" /><Relationship Type="http://schemas.openxmlformats.org/officeDocument/2006/relationships/notesMaster" Target="/ppt/notesMasters/notesMaster1.xml" Id="R30e952f417ff47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e506c5b4ae423b" /><Relationship Type="http://schemas.openxmlformats.org/officeDocument/2006/relationships/notesMaster" Target="/ppt/notesMasters/notesMaster1.xml" Id="R3cc69fbe05044f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746dfc39504e26" /><Relationship Type="http://schemas.openxmlformats.org/officeDocument/2006/relationships/notesMaster" Target="/ppt/notesMasters/notesMaster1.xml" Id="Ra3e19b29f33b45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c676535b2d48cc" /><Relationship Type="http://schemas.openxmlformats.org/officeDocument/2006/relationships/notesMaster" Target="/ppt/notesMasters/notesMaster1.xml" Id="Rb4a8e64cbedd46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09fc96c6074b62" /><Relationship Type="http://schemas.openxmlformats.org/officeDocument/2006/relationships/notesMaster" Target="/ppt/notesMasters/notesMaster1.xml" Id="Rca405025f0464c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955f32e499442b6" /><Relationship Type="http://schemas.openxmlformats.org/officeDocument/2006/relationships/notesMaster" Target="/ppt/notesMasters/notesMaster1.xml" Id="Ra9debee4f71a43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632d3e73c74447" /><Relationship Type="http://schemas.openxmlformats.org/officeDocument/2006/relationships/notesMaster" Target="/ppt/notesMasters/notesMaster1.xml" Id="Rb5981e75559b40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264419f64347a4" /><Relationship Type="http://schemas.openxmlformats.org/officeDocument/2006/relationships/notesMaster" Target="/ppt/notesMasters/notesMaster1.xml" Id="R8b1d7273f25c450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f55a7a82ff42df" /><Relationship Type="http://schemas.openxmlformats.org/officeDocument/2006/relationships/notesMaster" Target="/ppt/notesMasters/notesMaster1.xml" Id="R620fff02e58449f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9e00ed5273a4cb3" /><Relationship Type="http://schemas.openxmlformats.org/officeDocument/2006/relationships/notesMaster" Target="/ppt/notesMasters/notesMaster1.xml" Id="R28351b56a7454db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918cb6fe0934561" /><Relationship Type="http://schemas.openxmlformats.org/officeDocument/2006/relationships/notesMaster" Target="/ppt/notesMasters/notesMaster1.xml" Id="Re7bd8fdb9713417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918a477b46b492a" /><Relationship Type="http://schemas.openxmlformats.org/officeDocument/2006/relationships/notesMaster" Target="/ppt/notesMasters/notesMaster1.xml" Id="Rf513f66cdf9a458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a3d39afb995422b" /><Relationship Type="http://schemas.openxmlformats.org/officeDocument/2006/relationships/notesMaster" Target="/ppt/notesMasters/notesMaster1.xml" Id="R7ed41a5f600444f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f86b3f76bd74c0d" /><Relationship Type="http://schemas.openxmlformats.org/officeDocument/2006/relationships/notesMaster" Target="/ppt/notesMasters/notesMaster1.xml" Id="R7c5fc1a0949a4d2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b2f3e8e19a34f96" /><Relationship Type="http://schemas.openxmlformats.org/officeDocument/2006/relationships/notesMaster" Target="/ppt/notesMasters/notesMaster1.xml" Id="R827638b44170425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1393e1e52684653" /><Relationship Type="http://schemas.openxmlformats.org/officeDocument/2006/relationships/notesMaster" Target="/ppt/notesMasters/notesMaster1.xml" Id="R3159344fb4c448b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0d174ca17e54095" /><Relationship Type="http://schemas.openxmlformats.org/officeDocument/2006/relationships/notesMaster" Target="/ppt/notesMasters/notesMaster1.xml" Id="Rb1f45c04561c48c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9bc2d0215d54e1a" /><Relationship Type="http://schemas.openxmlformats.org/officeDocument/2006/relationships/notesMaster" Target="/ppt/notesMasters/notesMaster1.xml" Id="Rd8866091d821413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177bc3d41e9442d" /><Relationship Type="http://schemas.openxmlformats.org/officeDocument/2006/relationships/notesMaster" Target="/ppt/notesMasters/notesMaster1.xml" Id="R54ec0f5a9e7c488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51329c1bf68409b" /><Relationship Type="http://schemas.openxmlformats.org/officeDocument/2006/relationships/notesMaster" Target="/ppt/notesMasters/notesMaster1.xml" Id="R3b8788c9e5544e2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851cf6e45974d04" /><Relationship Type="http://schemas.openxmlformats.org/officeDocument/2006/relationships/notesMaster" Target="/ppt/notesMasters/notesMaster1.xml" Id="Re66e3d6563ec457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a277ca828c4477c" /><Relationship Type="http://schemas.openxmlformats.org/officeDocument/2006/relationships/notesMaster" Target="/ppt/notesMasters/notesMaster1.xml" Id="R35bdcddc73504c1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1abf582437745fd" /><Relationship Type="http://schemas.openxmlformats.org/officeDocument/2006/relationships/notesMaster" Target="/ppt/notesMasters/notesMaster1.xml" Id="R87e0cc27c2fc458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ac7de9b49484d03" /><Relationship Type="http://schemas.openxmlformats.org/officeDocument/2006/relationships/notesMaster" Target="/ppt/notesMasters/notesMaster1.xml" Id="Rd6b5828347dc412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ed33bd3caae4b05" /><Relationship Type="http://schemas.openxmlformats.org/officeDocument/2006/relationships/notesMaster" Target="/ppt/notesMasters/notesMaster1.xml" Id="R78c6c14f001c4eb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c111949b10f4bb6" /><Relationship Type="http://schemas.openxmlformats.org/officeDocument/2006/relationships/notesMaster" Target="/ppt/notesMasters/notesMaster1.xml" Id="R91930836128b41a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4f7cf153caf49ba" /><Relationship Type="http://schemas.openxmlformats.org/officeDocument/2006/relationships/notesMaster" Target="/ppt/notesMasters/notesMaster1.xml" Id="R985925db1b4f40b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ab12c6598894ba9" /><Relationship Type="http://schemas.openxmlformats.org/officeDocument/2006/relationships/notesMaster" Target="/ppt/notesMasters/notesMaster1.xml" Id="R5161670b786f462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c6491d782ef4f51" /><Relationship Type="http://schemas.openxmlformats.org/officeDocument/2006/relationships/notesMaster" Target="/ppt/notesMasters/notesMaster1.xml" Id="Raaae06b103e34c3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00ca22fee704a3d" /><Relationship Type="http://schemas.openxmlformats.org/officeDocument/2006/relationships/notesMaster" Target="/ppt/notesMasters/notesMaster1.xml" Id="R52c93af978e9422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6e7e76f05ea478b" /><Relationship Type="http://schemas.openxmlformats.org/officeDocument/2006/relationships/notesMaster" Target="/ppt/notesMasters/notesMaster1.xml" Id="R1d119eaa64034dc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a22d66b69cc4e62" /><Relationship Type="http://schemas.openxmlformats.org/officeDocument/2006/relationships/notesMaster" Target="/ppt/notesMasters/notesMaster1.xml" Id="Rdccd61e3b0594b3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3496f8282db4b97" /><Relationship Type="http://schemas.openxmlformats.org/officeDocument/2006/relationships/notesMaster" Target="/ppt/notesMasters/notesMaster1.xml" Id="R646e76d61d5d44e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4663455fcb14d5c" /><Relationship Type="http://schemas.openxmlformats.org/officeDocument/2006/relationships/notesMaster" Target="/ppt/notesMasters/notesMaster1.xml" Id="Rd6cea3d3a7b1471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6183613bec049df" /><Relationship Type="http://schemas.openxmlformats.org/officeDocument/2006/relationships/notesMaster" Target="/ppt/notesMasters/notesMaster1.xml" Id="R7606598740354279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71690bede864b3a" /><Relationship Type="http://schemas.openxmlformats.org/officeDocument/2006/relationships/notesMaster" Target="/ppt/notesMasters/notesMaster1.xml" Id="R2af02170c72a42f3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2904f1fe88149c0" /><Relationship Type="http://schemas.openxmlformats.org/officeDocument/2006/relationships/notesMaster" Target="/ppt/notesMasters/notesMaster1.xml" Id="R7e055760b78a410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69db39e0c184d49" /><Relationship Type="http://schemas.openxmlformats.org/officeDocument/2006/relationships/notesMaster" Target="/ppt/notesMasters/notesMaster1.xml" Id="Reb923cef8c514c6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4783ba50e304b11" /><Relationship Type="http://schemas.openxmlformats.org/officeDocument/2006/relationships/notesMaster" Target="/ppt/notesMasters/notesMaster1.xml" Id="R7d50351f1b0f43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C:\Users\eason1288\Documents\上課資料夾\紫微斗數課程\紫微斗數_第5堂_學生講義.docx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C:\Users\eason1288\Documents\上課資料夾\紫微斗數課程\紫微斗數_第5堂_學生講義.docx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C:\Users\eason1288\Documents\上課資料夾\紫微斗數課程\紫微斗數_第5堂_學生講義.docx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C:\Users\eason1288\Documents\上課資料夾\紫微斗數課程\紫微斗數_第5堂_學生講義.docx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C:\Users\eason1288\Documents\上課資料夾\紫微斗數課程\紫微斗數_第5堂_學生講義.docx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C:\Users\eason1288\Documents\上課資料夾\紫微斗數課程\紫微斗數_第5堂_學生講義.docx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C:\Users\eason1288\Documents\上課資料夾\紫微斗數課程\紫微斗數_第5堂_學生講義.docx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C:\Users\eason1288\Documents\上課資料夾\紫微斗數課程\紫微斗數_第5堂_學生講義.docx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C:\Users\eason1288\Documents\上課資料夾\紫微斗數課程\紫微斗數_第5堂_學生講義.docx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C:\Users\eason1288\Documents\上課資料夾\紫微斗數課程\紫微斗數_第5堂_學生講義.docx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C:\Users\eason1288\Documents\上課資料夾\紫微斗數課程\紫微斗數_第5堂_學生講義.docx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C:\Users\eason1288\Documents\上課資料夾\紫微斗數課程\紫微斗數_第5堂_學生講義.docx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C:\Users\eason1288\Documents\上課資料夾\紫微斗數課程\紫微斗數_第5堂_學生講義.docx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C:\Users\eason1288\Documents\上課資料夾\紫微斗數課程\紫微斗數_第5堂_學生講義.docx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C:\Users\eason1288\Documents\上課資料夾\紫微斗數課程\紫微斗數_第5堂_學生講義.docx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C:\Users\eason1288\Documents\上課資料夾\紫微斗數課程\紫微斗數_第5堂_學生講義.docx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C:\Users\eason1288\Documents\上課資料夾\紫微斗數課程\紫微斗數_第5堂_學生講義.docx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C:\Users\eason1288\Documents\上課資料夾\紫微斗數課程\紫微斗數_第5堂_學生講義.docx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C:\Users\eason1288\Documents\上課資料夾\紫微斗數課程\紫微斗數_第5堂_學生講義.docx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C:\Users\eason1288\Documents\上課資料夾\紫微斗數課程\紫微斗數_第5堂_學生講義.docx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C:\Users\eason1288\Documents\上課資料夾\紫微斗數課程\紫微斗數_第5堂_學生講義.docx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C:\Users\eason1288\Documents\上課資料夾\紫微斗數課程\紫微斗數_第5堂_學生講義.docx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C:\Users\eason1288\Documents\上課資料夾\紫微斗數課程\紫微斗數_第5堂_學生講義.docx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C:\Users\eason1288\Documents\上課資料夾\紫微斗數課程\紫微斗數_第5堂_學生講義.docx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C:\Users\eason1288\Documents\上課資料夾\紫微斗數課程\紫微斗數_第5堂_學生講義.docx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C:\Users\eason1288\Documents\上課資料夾\紫微斗數課程\紫微斗數_第5堂_學生講義.docx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C:\Users\eason1288\Documents\上課資料夾\紫微斗數課程\紫微斗數_第5堂_學生講義.docx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C:\Users\eason1288\Documents\上課資料夾\紫微斗數課程\紫微斗數_第5堂_學生講義.docx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C:\Users\eason1288\Documents\上課資料夾\紫微斗數課程\紫微斗數_第5堂_學生講義.docx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C:\Users\eason1288\Documents\上課資料夾\紫微斗數課程\紫微斗數_第5堂_學生講義.docx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C:\Users\eason1288\Documents\上課資料夾\紫微斗數課程\紫微斗數_第5堂_學生講義.docx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C:\Users\eason1288\Documents\上課資料夾\紫微斗數課程\紫微斗數_第5堂_學生講義.docx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C:\Users\eason1288\Documents\上課資料夾\紫微斗數課程\紫微斗數_第5堂_學生講義.docx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C:\Users\eason1288\Documents\上課資料夾\紫微斗數課程\紫微斗數_第5堂_學生講義.docx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C:\Users\eason1288\Documents\上課資料夾\紫微斗數課程\紫微斗數_第5堂_學生講義.docx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C:\Users\eason1288\Documents\上課資料夾\紫微斗數課程\紫微斗數_第5堂_學生講義.docx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C:\Users\eason1288\Documents\上課資料夾\紫微斗數課程\紫微斗數_第5堂_學生講義.docx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C:\Users\eason1288\Documents\上課資料夾\紫微斗數課程\紫微斗數_第5堂_學生講義.docx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C:\Users\eason1288\Documents\上課資料夾\紫微斗數課程\紫微斗數_第5堂_學生講義.docx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b98df87b0343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5a199afce24b2e" /><Relationship Type="http://schemas.openxmlformats.org/officeDocument/2006/relationships/slideLayout" Target="/ppt/slideLayouts/slideLayout1.xml" Id="Rb3af269273924c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af269273924c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5cd3ff51a44c6f" /><Relationship Type="http://schemas.openxmlformats.org/officeDocument/2006/relationships/notesSlide" Target="/ppt/notesSlides/notesSlide1.xml" Id="R83cf425d8ced41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f8a83d67ae4e6e" /><Relationship Type="http://schemas.openxmlformats.org/officeDocument/2006/relationships/notesSlide" Target="/ppt/notesSlides/notesSlide2.xml" Id="Rd45243dcd90a43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b1759145bf43a6" /><Relationship Type="http://schemas.openxmlformats.org/officeDocument/2006/relationships/notesSlide" Target="/ppt/notesSlides/notesSlide3.xml" Id="R9835a11a48a24a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8cd3e8dc9640de" /><Relationship Type="http://schemas.openxmlformats.org/officeDocument/2006/relationships/notesSlide" Target="/ppt/notesSlides/notesSlide4.xml" Id="Rcfabd082a51244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b90ca091544366" /><Relationship Type="http://schemas.openxmlformats.org/officeDocument/2006/relationships/notesSlide" Target="/ppt/notesSlides/notesSlide5.xml" Id="Rd8858cf51fd34b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b703a87f3a4b9d" /><Relationship Type="http://schemas.openxmlformats.org/officeDocument/2006/relationships/notesSlide" Target="/ppt/notesSlides/notesSlide6.xml" Id="Rfed1f7b9569844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109893f2b4342" /><Relationship Type="http://schemas.openxmlformats.org/officeDocument/2006/relationships/notesSlide" Target="/ppt/notesSlides/notesSlide7.xml" Id="Re4eb9e009d2140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f3667599a34f2c" /><Relationship Type="http://schemas.openxmlformats.org/officeDocument/2006/relationships/notesSlide" Target="/ppt/notesSlides/notesSlide8.xml" Id="R57625cada17c44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51febc4c3347a1" /><Relationship Type="http://schemas.openxmlformats.org/officeDocument/2006/relationships/notesSlide" Target="/ppt/notesSlides/notesSlide9.xml" Id="R71ea4cdba525469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82bbf8770b443f" /><Relationship Type="http://schemas.openxmlformats.org/officeDocument/2006/relationships/notesSlide" Target="/ppt/notesSlides/notesSlide10.xml" Id="R763435d2c1c249e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8fada1eece4e73" /><Relationship Type="http://schemas.openxmlformats.org/officeDocument/2006/relationships/notesSlide" Target="/ppt/notesSlides/notesSlide11.xml" Id="R87ff2e595bb8448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9024813b0d4b89" /><Relationship Type="http://schemas.openxmlformats.org/officeDocument/2006/relationships/notesSlide" Target="/ppt/notesSlides/notesSlide12.xml" Id="Rc39698a345314ed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6abea8a22e4774" /><Relationship Type="http://schemas.openxmlformats.org/officeDocument/2006/relationships/notesSlide" Target="/ppt/notesSlides/notesSlide13.xml" Id="Re4b52e4d563947e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252dc8d1c4c4f" /><Relationship Type="http://schemas.openxmlformats.org/officeDocument/2006/relationships/notesSlide" Target="/ppt/notesSlides/notesSlide14.xml" Id="Rd24af16ae0aa4d0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ac710c220404d" /><Relationship Type="http://schemas.openxmlformats.org/officeDocument/2006/relationships/notesSlide" Target="/ppt/notesSlides/notesSlide15.xml" Id="R0e81f0421b4441c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e297eca11b4e4d" /><Relationship Type="http://schemas.openxmlformats.org/officeDocument/2006/relationships/notesSlide" Target="/ppt/notesSlides/notesSlide16.xml" Id="Ra73b095f87434e1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2118577498489d" /><Relationship Type="http://schemas.openxmlformats.org/officeDocument/2006/relationships/notesSlide" Target="/ppt/notesSlides/notesSlide17.xml" Id="R83678ca7c26e421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34987f4c734fbf" /><Relationship Type="http://schemas.openxmlformats.org/officeDocument/2006/relationships/notesSlide" Target="/ppt/notesSlides/notesSlide18.xml" Id="Re8aa9b5f9420477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5ecb0a4904d89" /><Relationship Type="http://schemas.openxmlformats.org/officeDocument/2006/relationships/notesSlide" Target="/ppt/notesSlides/notesSlide19.xml" Id="Rddb298e066fe4fb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90361998834cc0" /><Relationship Type="http://schemas.openxmlformats.org/officeDocument/2006/relationships/notesSlide" Target="/ppt/notesSlides/notesSlide20.xml" Id="R862a35233fb74a7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a5c8ca74ac4c8c" /><Relationship Type="http://schemas.openxmlformats.org/officeDocument/2006/relationships/notesSlide" Target="/ppt/notesSlides/notesSlide21.xml" Id="R3bb71920aee0408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2a1ea2990d4b7b" /><Relationship Type="http://schemas.openxmlformats.org/officeDocument/2006/relationships/notesSlide" Target="/ppt/notesSlides/notesSlide22.xml" Id="R5864fb9feddc4fb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4038d9df924c90" /><Relationship Type="http://schemas.openxmlformats.org/officeDocument/2006/relationships/notesSlide" Target="/ppt/notesSlides/notesSlide23.xml" Id="R46116b533c7b496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d7a9571c9b41b8" /><Relationship Type="http://schemas.openxmlformats.org/officeDocument/2006/relationships/notesSlide" Target="/ppt/notesSlides/notesSlide24.xml" Id="Rebf4a524e80247d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e93e7bd36a4fde" /><Relationship Type="http://schemas.openxmlformats.org/officeDocument/2006/relationships/notesSlide" Target="/ppt/notesSlides/notesSlide25.xml" Id="R182feea0773b42f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36b37a79064f4c" /><Relationship Type="http://schemas.openxmlformats.org/officeDocument/2006/relationships/notesSlide" Target="/ppt/notesSlides/notesSlide26.xml" Id="Rb17575313df44a1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cdddc7f354f9f" /><Relationship Type="http://schemas.openxmlformats.org/officeDocument/2006/relationships/notesSlide" Target="/ppt/notesSlides/notesSlide27.xml" Id="R5a944fd69d0b481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6184a2f5fa40c8" /><Relationship Type="http://schemas.openxmlformats.org/officeDocument/2006/relationships/notesSlide" Target="/ppt/notesSlides/notesSlide28.xml" Id="R2e86fa44f5da4f8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fe045ec3f4384" /><Relationship Type="http://schemas.openxmlformats.org/officeDocument/2006/relationships/notesSlide" Target="/ppt/notesSlides/notesSlide29.xml" Id="R6f9ba6ab77f74e3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db965a776d464d" /><Relationship Type="http://schemas.openxmlformats.org/officeDocument/2006/relationships/notesSlide" Target="/ppt/notesSlides/notesSlide30.xml" Id="Rdce9f6fe98d64f9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b155a45cbe4edd" /><Relationship Type="http://schemas.openxmlformats.org/officeDocument/2006/relationships/notesSlide" Target="/ppt/notesSlides/notesSlide31.xml" Id="R8adf2d681d304e4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13ccf5b8634880" /><Relationship Type="http://schemas.openxmlformats.org/officeDocument/2006/relationships/notesSlide" Target="/ppt/notesSlides/notesSlide32.xml" Id="Rd710d794557143f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5d5db404714530" /><Relationship Type="http://schemas.openxmlformats.org/officeDocument/2006/relationships/notesSlide" Target="/ppt/notesSlides/notesSlide33.xml" Id="R475d5f35d78c4e0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76e6851a264040" /><Relationship Type="http://schemas.openxmlformats.org/officeDocument/2006/relationships/notesSlide" Target="/ppt/notesSlides/notesSlide34.xml" Id="R70ec479425c9424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bd3a8b262c4bb3" /><Relationship Type="http://schemas.openxmlformats.org/officeDocument/2006/relationships/notesSlide" Target="/ppt/notesSlides/notesSlide35.xml" Id="Ref4deba5d3af4b5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99e86018f4b3e" /><Relationship Type="http://schemas.openxmlformats.org/officeDocument/2006/relationships/notesSlide" Target="/ppt/notesSlides/notesSlide36.xml" Id="R727b10b2733249b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f8ede74d7146cb" /><Relationship Type="http://schemas.openxmlformats.org/officeDocument/2006/relationships/notesSlide" Target="/ppt/notesSlides/notesSlide37.xml" Id="R7543c80216a44c20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9913a2da504e29" /><Relationship Type="http://schemas.openxmlformats.org/officeDocument/2006/relationships/notesSlide" Target="/ppt/notesSlides/notesSlide38.xml" Id="R70132b779d8f49c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faf770f75d4226" /><Relationship Type="http://schemas.openxmlformats.org/officeDocument/2006/relationships/notesSlide" Target="/ppt/notesSlides/notesSlide39.xml" Id="Ree9eb0464f2e49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7FEE7C-A6C3-4349-BD46-4F46D47B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485900"/>
            <a:ext cx="1295400" cy="1295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3AD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1F8B06-3D49-43E7-954A-A69A83C8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80975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F30097-A88B-4F8F-8AF1-7DFEFFB8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06680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Z I   W E I   D O U   S H U ·  STUDENT HANDBOOK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C02387-0D03-49FF-BD52-01C6F1B0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十四主星（下）· 天府系星情與星系分類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EBAA2-5F06-4FA5-8242-E6B0295C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290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F0D58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0D58D"/>
                </a:solidFill>
                <a:latin typeface="Microsoft JhengHei"/>
                <a:ea typeface="Microsoft JhengHei"/>
                <a:cs typeface="Microsoft JhengHei"/>
              </a:rPr>
              <a:t>第5堂 · 學生版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32BAEB-1A92-403D-B8E0-A88978F9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52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學 生 版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時數 3 小時 | 三合為體，飛星為用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壹、先立綱領:兩大命格路數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在認識天府系七星之前,先給學生一副「望遠鏡」。紫微斗數十四主星,依其三合會照的關係,凝聚成兩條最重要的人生基調——這是往後論任何一張盤,第一眼就要判定的「路數」: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0ACCE-B770-4DD1-B213-68ABA268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962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學生版 · 保留學生講義原文與表格內容</a:t>
            </a:r>
          </a:p>
        </p:txBody>
      </p:sp>
    </p:spTree>
    <p:extLst>
      <p:ext uri="{BB962C8B-B14F-4D97-AF65-F5344CB8AC3E}">
        <p14:creationId xmlns:p14="http://schemas.microsoft.com/office/powerpoint/2010/main" val="15645009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0E11D7-3420-4758-A3D8-5288748C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60D9D2-3EBD-4735-B2E5-64D92499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講義表格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784314-9134-4B1A-A615-1B0F41F5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本堂學習目標 1. 精讀太陰、貪狼、巨門、天相、天梁、七殺、破軍七星的星情與落宮取象。 2. 建立「殺破狼／機月同梁」兩大命格路數,能一眼判人生基調。 3. 認識紫府、日月、府相三組結構星系的意義。 4. 掌握主星的「屬性分類」——財星、桃花、貴人、暗曜、將星、宗教哲學。 5. 綜合前兩堂,能對任一命宮主星組合說出完整星情與人生路數。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38B81B-DDEA-4BFF-B2AD-33BD2118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伍   002</a:t>
            </a:r>
          </a:p>
        </p:txBody>
      </p:sp>
    </p:spTree>
    <p:extLst>
      <p:ext uri="{BB962C8B-B14F-4D97-AF65-F5344CB8AC3E}">
        <p14:creationId xmlns:p14="http://schemas.microsoft.com/office/powerpoint/2010/main" val="18447404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4030F8-D150-47FE-9829-2D8E54EB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1A8664-3333-4002-BC30-65AC6489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壹、先立綱領:兩大命格路數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34CA2C-A166-4462-BF4E-E5ACAE00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4B862D-E935-4BE3-B2F1-1709D0C5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1B4E73-6648-42AC-99B6-9C979BDD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在認識天府系七星之前,先給學生一副「望遠鏡」。紫微斗數十四主星,依其三合會照的關係,凝聚成兩條最重要的人生基調——這是往後論任何一張盤,第一眼就要判定的「路數」: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441C6E-5E91-4703-B8D0-08C7011F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伍   003</a:t>
            </a:r>
          </a:p>
        </p:txBody>
      </p:sp>
    </p:spTree>
    <p:extLst>
      <p:ext uri="{BB962C8B-B14F-4D97-AF65-F5344CB8AC3E}">
        <p14:creationId xmlns:p14="http://schemas.microsoft.com/office/powerpoint/2010/main" val="12542960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5630FA-D19A-4BD5-A48C-213DC43D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5AE634-63DD-47BB-B896-DC8CFD04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壹、先立綱領:兩大命格路數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110C21-C3C8-4DF4-8071-1C591FFC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殺破狼 —— 開創變動之路 由七殺、破軍、貪狼三顆星構成,三者在命盤中永遠互為三方相拱。 基調:主變動、開創、起伏、不安於現狀。一生多轉折、敢冒險、有爆發力。 適性:創業、業務、演藝、專業技術、開疆闢土;最忌坐困守成、朝九晚五。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ECFFA4-7876-431F-AA17-15E8173B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伍   004</a:t>
            </a:r>
          </a:p>
        </p:txBody>
      </p:sp>
    </p:spTree>
    <p:extLst>
      <p:ext uri="{BB962C8B-B14F-4D97-AF65-F5344CB8AC3E}">
        <p14:creationId xmlns:p14="http://schemas.microsoft.com/office/powerpoint/2010/main" val="19499598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AA4706-2BB6-41AC-83BC-D5930983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AA3CBA-AB64-4A20-8F0C-F463A929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壹、先立綱領:兩大命格路數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3F4E34-9A36-4C6C-95AA-C7051221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機月同梁 —— 安定規律之路 由天機、太陰、天同、天梁四顆星構成,是另一組互相會照的星系。 基調:主安定、規律、細膩、守成。「機月同梁作吏人」,宜穩定受薪、專業內勤。 適性:公職、幕僚、專技、文教、內勤管理;最忌投機、大起大落。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2B73AB-7F99-4DE0-8756-2E085F69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伍   005</a:t>
            </a:r>
          </a:p>
        </p:txBody>
      </p:sp>
    </p:spTree>
    <p:extLst>
      <p:ext uri="{BB962C8B-B14F-4D97-AF65-F5344CB8AC3E}">
        <p14:creationId xmlns:p14="http://schemas.microsoft.com/office/powerpoint/2010/main" val="16357505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AB5656-E457-44BE-A5A7-76523012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127DFF-9CF6-4FFF-B963-62E1F7CE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壹、先立綱領:兩大命格路數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D201B9-FBAE-4465-9092-81E8BDA3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A037D7-45B4-4829-AE6F-A6D99FFC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AF0637-60D9-44D2-8EC4-99601534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先判路數,再看細節——這是老師與新手的分水嶺。同樣一顆星,在殺破狼格局與機月同梁格局裡,勸的路完全相反。本堂七顆星中,貪狼、破軍屬殺破狼;太陰、天梁屬機月同梁;其餘各有歸屬,講到時會點明。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430108-0FD7-437C-9648-4C57FCD4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伍   006</a:t>
            </a:r>
          </a:p>
        </p:txBody>
      </p:sp>
    </p:spTree>
    <p:extLst>
      <p:ext uri="{BB962C8B-B14F-4D97-AF65-F5344CB8AC3E}">
        <p14:creationId xmlns:p14="http://schemas.microsoft.com/office/powerpoint/2010/main" val="6874632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5C9BE3-3D0D-476F-B559-5F43696D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5459F4-A5E8-4FA1-B4CA-2F627D59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一、太陰 —— 富星（機月同梁）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045D96-E6F2-4DC6-8AF0-36D0117C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10E9F1-3FD9-4473-AFA3-2263E769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233B09-AEF4-48B7-8D44-E0A43FD4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基本 癸水 · 化氣為「富」 · 中天主 · 主田宅、財富,為母星、妻星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太陰是富星,與太陽一陽一陰、一貴一富。它主田宅、財富、內斂與情感,象徵母親(對男女命)與妻子(對男命)。坐命者多半溫柔潔淨、細膩多感、重生活品味、有審美與收藏之好;但陰柔也易多愁善感、潔癖、想不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太陰最重廟旺,且與太陽的旺陷正好相反:太陰喜「夜生、西方、入夜之時」——旺於酉戌亥子則財豐貌美、內涵深厚;陷於卯辰巳午則勞心、與母或妻緣易生波折。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71019D-3313-47E1-997D-98C115A7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伍   007</a:t>
            </a:r>
          </a:p>
        </p:txBody>
      </p:sp>
    </p:spTree>
    <p:extLst>
      <p:ext uri="{BB962C8B-B14F-4D97-AF65-F5344CB8AC3E}">
        <p14:creationId xmlns:p14="http://schemas.microsoft.com/office/powerpoint/2010/main" val="21034563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748EA6-0E16-4715-950F-433439B9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C84665-D90B-401D-9E2A-80B28117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一、太陰 —— 富星（機月同梁）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52F711-4F81-4ACD-B8CE-F7A8AE70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喜忌 · 廟旺 · 四化 · 原型 喜:廟旺、化祿化科,主富、主貌、主田宅豐厚。 忌:落陷、化忌(乙)主情緒糾結、與母/妻緣薄。 廟旺:旺於酉戌亥子(夜);陷於卯辰巳午(晝)。 四化:四化俱全——祿(丁)、權(戊)、科(庚)、忌(乙)。 原型:溫柔女性、藝文雅士、置產者、母親、妻子。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2A0938-581B-435B-9918-D276F091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伍   008</a:t>
            </a:r>
          </a:p>
        </p:txBody>
      </p:sp>
    </p:spTree>
    <p:extLst>
      <p:ext uri="{BB962C8B-B14F-4D97-AF65-F5344CB8AC3E}">
        <p14:creationId xmlns:p14="http://schemas.microsoft.com/office/powerpoint/2010/main" val="18139830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44078B-19E4-4CE7-ABB2-A718775E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8CFC38-9BB9-47A1-A0C0-78506C19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一、太陰 —— 富星（機月同梁）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08916B-5305-463A-9EC7-3A3A351C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8F94CC-C086-4D0B-A0F8-850754C0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1949C0-2B27-407F-909C-64D0F938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落宮取象 在財帛/田宅主聚財置產;在夫妻主配偶溫柔顧家;在福德主重享受與審美;在疾厄主陰虛、婦科、內分泌。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E83B4B-E544-4B7F-A356-0A31B571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伍   009</a:t>
            </a:r>
          </a:p>
        </p:txBody>
      </p:sp>
    </p:spTree>
    <p:extLst>
      <p:ext uri="{BB962C8B-B14F-4D97-AF65-F5344CB8AC3E}">
        <p14:creationId xmlns:p14="http://schemas.microsoft.com/office/powerpoint/2010/main" val="4655298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A918C8-2294-4925-AE6B-3613364A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97BFBC-3049-4D89-838B-C280EF8D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二、貪狼 —— 慾望桃花星（殺破狼）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0653B4-2EE6-400A-A734-23487C9B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FA2A62-BE6C-4147-A009-09BFCBD5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6E3FB0-F90B-4998-8B93-23F74D77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基本 甲木（帶癸水） · 化氣為「桃花」，主禍福 · 北斗主 · 主慾望與才藝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貪狼是慾望之星、正桃花、也是才藝與偏財之星,居殺破狼之列。它主一切「想要」——名、利、情、藝、酒色財氣。坐命者多半長袖善舞、興趣廣泛、多才多藝、應酬手腕高明、慾望強而肯拼;但慾多也易流於貪求、耽溺、三心二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貪狼最富戲劇性的組合,是與火星或鈴星同會成「火貪、鈴貪」暴發格,主橫發資財;與空劫同會則轉為宗教、玄學、清心的另一面(「貪狼遇空,反主清白」)。它是十四星中可塑性最大的一顆。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0BF1E1-740B-4FA6-99D1-F4A0C434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伍   010</a:t>
            </a:r>
          </a:p>
        </p:txBody>
      </p:sp>
    </p:spTree>
    <p:extLst>
      <p:ext uri="{BB962C8B-B14F-4D97-AF65-F5344CB8AC3E}">
        <p14:creationId xmlns:p14="http://schemas.microsoft.com/office/powerpoint/2010/main" val="17765694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C33CD-44D2-40AD-BCE2-D97FFC1E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4A52C0-11BB-4A2B-9E1D-2EA59A56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二、貪狼 —— 慾望桃花星（殺破狼）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45DB32-AD48-42B4-931B-68B209BC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喜忌 · 廟旺 · 四化 · 原型 喜:會火鈴成暴發格;得正用則才藝與偏財兼收。 忌:泛水桃花(居亥子逢咸池)、化忌(癸)主感情糾葛。 廟旺:廟於辰戌丑未(四墓)得地藏鋒; 四化:化祿(戊)、化權(己)、化忌(癸);不化科。 原型:交際家、演藝才子、業務高手、多才多藝之人。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DFE6EA-7CA5-4EF1-B423-D698ACE0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伍   011</a:t>
            </a:r>
          </a:p>
        </p:txBody>
      </p:sp>
    </p:spTree>
    <p:extLst>
      <p:ext uri="{BB962C8B-B14F-4D97-AF65-F5344CB8AC3E}">
        <p14:creationId xmlns:p14="http://schemas.microsoft.com/office/powerpoint/2010/main" val="19252495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258BD3-7B84-4D47-83E5-2E599D26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6EC9D1-C313-462A-98B9-D392253F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二、貪狼 —— 慾望桃花星（殺破狼）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616F9E-C918-408D-B9A2-DFF09A86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907556-4EC9-4401-8E33-E555B552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703169-B344-4F82-8A4E-DCB50740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落宮取象 在命/夫妻主桃花與魅力;在財帛主偏財應酬財;在官祿主業務公關;遇空劫入宗教玄學。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4D84BA-9C05-47CC-9ACF-16933608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伍   012</a:t>
            </a:r>
          </a:p>
        </p:txBody>
      </p:sp>
    </p:spTree>
    <p:extLst>
      <p:ext uri="{BB962C8B-B14F-4D97-AF65-F5344CB8AC3E}">
        <p14:creationId xmlns:p14="http://schemas.microsoft.com/office/powerpoint/2010/main" val="109641720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0624D5-EA14-479E-917A-8CE948FD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F2900C-754A-4B29-AC9F-C82A7965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三、巨門 —— 暗曜口舌星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8E0BC0-73A6-46F2-98F8-F4C7760A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D91672-DDD2-450A-97C3-D3F8D85E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C64BC5-394D-4005-B4E2-0AC62869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基本 癸水 · 化氣為「暗」 · 北斗主 · 主是非與口舌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巨門是暗曜,主口、主是非、主鑽研。「暗」不是壞,而是「隱藏、幽深、需要照亮」之意。坐命者多半口才好、觀察敏銳、擅長分析與研究、疑心較重、凡事要問個明白;以口為業者眾——律師、教師、業務、主持、命理、醫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巨門的吉凶,幾乎全繫於四化:逢化祿(辛)、化權(癸),則口才生財、以言立業,是「石中隱玉」之貴(巨門居子午逢祿權);逢化忌(丁),則口舌是非、招怨惹禍、疑心自苦。巨門需要「陽光」——得太陽照拂,暗曜方顯其明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2E19BC-7483-4F8A-9FA8-2FD75BE1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伍   013</a:t>
            </a:r>
          </a:p>
        </p:txBody>
      </p:sp>
    </p:spTree>
    <p:extLst>
      <p:ext uri="{BB962C8B-B14F-4D97-AF65-F5344CB8AC3E}">
        <p14:creationId xmlns:p14="http://schemas.microsoft.com/office/powerpoint/2010/main" val="13892072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BEF1C9-D357-458E-9853-0F6A58EA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E0465A-CA6B-414D-93D8-1AC93719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三、巨門 —— 暗曜口舌星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08BB67-6B63-4293-A678-47CECD36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喜忌 · 廟旺 · 四化 · 原型 喜:化祿化權、得太陽照,主以口生財、專業立身。 忌:化忌(丁)主是非口舌、疑忌自擾;暗上加暗尤凶。 廟旺:廟旺於卯酉子午寅;居子午逢祿權為「石中隱玉」。 四化:化祿(辛)、化權(癸)、化忌(丁);不化科。 原型:律師、老師、主持人、研究者、命理師、名嘴。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5434C3-56BA-4DE6-BDDC-B1691B2A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伍   014</a:t>
            </a:r>
          </a:p>
        </p:txBody>
      </p:sp>
    </p:spTree>
    <p:extLst>
      <p:ext uri="{BB962C8B-B14F-4D97-AF65-F5344CB8AC3E}">
        <p14:creationId xmlns:p14="http://schemas.microsoft.com/office/powerpoint/2010/main" val="173284349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8EC4CD-E00A-4CEC-A8CF-C14EB633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F00D4E-A6DF-4BCB-815B-35C6BD9D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三、巨門 —— 暗曜口舌星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DCC44E-AA94-49C5-8491-C9370B55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592D11-CA03-4188-9DFB-DA7AE6AA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CF947B-F0E5-4298-A8AF-DC2220FF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落宮取象 在命主善辯多疑;在夫妻主口角、需溝通;在官祿主口業;在父母/兄弟主是非、代溝。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0AED12-A8FD-4CC2-ADAE-560D28BC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伍   015</a:t>
            </a:r>
          </a:p>
        </p:txBody>
      </p:sp>
    </p:spTree>
    <p:extLst>
      <p:ext uri="{BB962C8B-B14F-4D97-AF65-F5344CB8AC3E}">
        <p14:creationId xmlns:p14="http://schemas.microsoft.com/office/powerpoint/2010/main" val="146348051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BF08CB-0324-49ED-8209-50AF7642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70E336-E1DA-4964-BBC6-234FC7CE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四、天相 —— 印星輔佐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8F8650-C1DC-46AB-9B4F-DC40C075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DF7234-F6EE-4E4F-ABA4-4CC2447A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58870E-C0A9-44DE-961A-718B30EF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基本 壬水 · 化氣為「印」 · 南斗主 · 主官祿之輔佐、衣食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天相是印星,象徵掌印、輔佐、衣食與公正。坐命者多半端正誠懇、重義氣、有服務與協調之才、講究衣食體面、樂於做「二把手」與和事佬;但也易耳根軟、優柔、受環境與夾宮左右。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天相最看「夾宮」:被祿存、化祿相夾為「財蔭夾印」主富貴;被擎羊、化忌相夾,尤其與廉貞同宮成「刑囚夾印」,則主官非、牢獄、是非之災。天相本身無四化,吉凶多由鄰宮與所會之星決定,是「近朱者赤、近墨者黑」的一顆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56E72B-AB58-4858-BD7A-D743ACCB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伍   016</a:t>
            </a:r>
          </a:p>
        </p:txBody>
      </p:sp>
    </p:spTree>
    <p:extLst>
      <p:ext uri="{BB962C8B-B14F-4D97-AF65-F5344CB8AC3E}">
        <p14:creationId xmlns:p14="http://schemas.microsoft.com/office/powerpoint/2010/main" val="41853678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FCBB65-F5F6-4EC8-9E5D-57431B64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6BF5E2-76E0-492E-B053-8B85E9CF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四、天相 —— 印星輔佐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23ADE1-D18D-485A-AC68-17566352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喜忌 · 廟旺 · 四化 · 原型 喜:財蔭夾印(祿存/化祿夾)、會紫府主富貴衣食。 忌:刑忌夾印、刑囚夾印(廉相羊)主官非牢獄。 廟旺:多主得地,溫和有輔佐之力。 四化:天相為印星,不參與四化(吉凶看夾宮與會星)。 原型:副手、幕僚長、公關協調者、公務員、和事佬。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1507E5-72DF-41F9-BDE2-862295E6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伍   017</a:t>
            </a:r>
          </a:p>
        </p:txBody>
      </p:sp>
    </p:spTree>
    <p:extLst>
      <p:ext uri="{BB962C8B-B14F-4D97-AF65-F5344CB8AC3E}">
        <p14:creationId xmlns:p14="http://schemas.microsoft.com/office/powerpoint/2010/main" val="139448248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7957BD-821A-4C52-9FE3-62DF8FDD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DB2EF0-7683-41A1-B69B-82D458BC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四、天相 —— 印星輔佐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AAF557-E403-4017-AB9A-E1422A44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BB190-21F6-45B9-A008-95472F68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A2B7CA-C320-45F6-AC86-CB48AFEC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落宮取象 在命主忠厚輔佐;在夫妻主賢內助/顧家;在官祿主輔佐管理;最須留意鄰宮吉凶之夾。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E49B39-0AA9-449B-A817-FFC7CE78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伍   018</a:t>
            </a:r>
          </a:p>
        </p:txBody>
      </p:sp>
    </p:spTree>
    <p:extLst>
      <p:ext uri="{BB962C8B-B14F-4D97-AF65-F5344CB8AC3E}">
        <p14:creationId xmlns:p14="http://schemas.microsoft.com/office/powerpoint/2010/main" val="42058179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002FCB-67BD-410B-8E19-F2143ADD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B4EC53-5FA1-43EC-9C52-5B62EF60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五、天梁 —— 蔭星壽星（機月同梁）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6CFAED-DF7C-42A1-908B-8DADE59D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02109E-C267-4B70-BFB6-57DE357F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499478-144C-4BF5-9EF8-69469E1D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基本 戊土 · 化氣為「蔭」（壽） · 南斗主 · 主父母與壽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天梁是蔭星、壽星,象徵庇蔭、清高、老成與逢凶化吉。坐命者多半正直、有原則、好為人師、熱心助人、喜研究醫藥宗教哲理,自帶「老大哥／老靈魂」的氣質;但清高也易孤高、愛管閒事、倚老賣老。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天梁的特別之處:化祿反而不見得好。蔭星本主「無私庇蔭」,一旦化祿(壬),易因財生波、招是非爭產,謂之「蔭星化祿反招是非」。天梁喜化科(己)主清譽,喜與太陽會成「陽梁昌祿」利國考公門。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DEEF87-9E91-4469-BF8F-8DD4FB84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伍   019</a:t>
            </a:r>
          </a:p>
        </p:txBody>
      </p:sp>
    </p:spTree>
    <p:extLst>
      <p:ext uri="{BB962C8B-B14F-4D97-AF65-F5344CB8AC3E}">
        <p14:creationId xmlns:p14="http://schemas.microsoft.com/office/powerpoint/2010/main" val="37718418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4F79C3-9EB1-4C0E-9324-1D17EE5B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290D2F-8A13-45C4-93CA-93DF6EE8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五、天梁 —— 蔭星壽星（機月同梁）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CA6613-1A55-47A8-B97D-1B4DCC1A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喜忌 · 廟旺 · 四化 · 原型 喜:化科主清譽,會太陽文昌祿存成「陽梁昌祿」。 忌:化祿(壬)反招是非爭財;孤剋清高易犯小人。 廟旺:廟於子午、旺於辰戌丑未,得地有蔭。 四化:化祿(壬)、化權(乙)、化科(己);不化忌。 原型:醫者、宗教師、監察者、師長、清官、老大哥。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97612E-03C4-4D06-8487-4315D287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伍   020</a:t>
            </a:r>
          </a:p>
        </p:txBody>
      </p:sp>
    </p:spTree>
    <p:extLst>
      <p:ext uri="{BB962C8B-B14F-4D97-AF65-F5344CB8AC3E}">
        <p14:creationId xmlns:p14="http://schemas.microsoft.com/office/powerpoint/2010/main" val="44192849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C1A791-F73D-4D52-BE47-C7109238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0A011D-563B-400E-9AE7-3F559DB3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五、天梁 —— 蔭星壽星（機月同梁）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AF4CF3-FAEA-48A6-844F-6E003951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14E3FE-EC24-42DE-BFCB-C9544D66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EC7178-5454-43CA-89D2-2ADC66CB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落宮取象 在命主清高庇蔭;在父母/疾厄主長輩緣與健康之蔭;在官祿宜監察、醫藥、宗教、公門。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0F2186-8DF6-48FB-92DC-803315CA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伍   021</a:t>
            </a:r>
          </a:p>
        </p:txBody>
      </p:sp>
    </p:spTree>
    <p:extLst>
      <p:ext uri="{BB962C8B-B14F-4D97-AF65-F5344CB8AC3E}">
        <p14:creationId xmlns:p14="http://schemas.microsoft.com/office/powerpoint/2010/main" val="186420832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1AD96B-43C0-4998-8275-B94635F1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6397F3-B250-42DF-A2F2-FA5EB4D9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六、七殺 —— 將星（殺破狼）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EDA918-2CC4-47AA-B21A-EF2A5120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BBB9A1-13C6-4446-B817-87E5C819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8C1D5D-ED0F-4BEE-95C9-0566228A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基本 庚金（帶火） · 化氣為「將」（權） · 南斗主 · 主肅殺與開創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七殺是將星,象徵肅殺、開創、獨當一面與威嚴決斷。坐命者多半個性剛烈、獨立、行動果決、能吃苦、有領袖與開創之氣,喜歡自己扛、不受管束;但肅殺之氣也易孤剋、衝動、六親較疏、少年多辛勞。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七殺喜「見祿」以化其肅殺——得祿存或化祿相會,則將星有糧、開創有成(「七殺逢祿,積富之人」);逢煞無制則剛易折、成敗劇烈。七殺與紫微會為「七殺朝斗」主威權,是殺破狼中最具開創格局的一顆。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E0C67D-4473-4766-86B6-8FF08BFB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伍   022</a:t>
            </a:r>
          </a:p>
        </p:txBody>
      </p:sp>
    </p:spTree>
    <p:extLst>
      <p:ext uri="{BB962C8B-B14F-4D97-AF65-F5344CB8AC3E}">
        <p14:creationId xmlns:p14="http://schemas.microsoft.com/office/powerpoint/2010/main" val="36158790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3A1C2C-7B70-4590-B46B-11195E14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9893B4-B234-43F4-8874-FC474007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六、七殺 —— 將星（殺破狼）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41E03D-3143-4242-826C-C2C250DB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喜忌 · 廟旺 · 四化 · 原型 喜:見祿(祿存/化祿)化肅殺;會紫微成七殺朝斗。 忌:逢羊陀火鈴無制,剛烈孤剋、成敗起伏大。 廟旺:廟於寅申子午、旺於辰戌丑未,得地威而不孤。 四化:七殺為將星,不參與四化(其力在坐守與會照)。 原型:開創者、軍警將領、企業開疆者、獨立工作者。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3EC4FE-0C86-4CEE-961D-8CFE9D4E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伍   023</a:t>
            </a:r>
          </a:p>
        </p:txBody>
      </p:sp>
    </p:spTree>
    <p:extLst>
      <p:ext uri="{BB962C8B-B14F-4D97-AF65-F5344CB8AC3E}">
        <p14:creationId xmlns:p14="http://schemas.microsoft.com/office/powerpoint/2010/main" val="61796754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663804-EDC8-4F36-8514-2949D647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E0041D-5EF6-43AB-BAA7-4C518A6A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六、七殺 —— 將星（殺破狼）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1118C7-EDE8-4865-B201-2A49378F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4E54B7-950E-46CC-84DE-462464E1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9BFB39-251E-4475-B3A3-60471448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落宮取象 在命主獨立開創;在夫妻主配偶剛強、聚少離多;在官祿主開創/專技;在六親主緣分較疏。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34E363-DB0D-407A-B413-9AEAF779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伍   024</a:t>
            </a:r>
          </a:p>
        </p:txBody>
      </p:sp>
    </p:spTree>
    <p:extLst>
      <p:ext uri="{BB962C8B-B14F-4D97-AF65-F5344CB8AC3E}">
        <p14:creationId xmlns:p14="http://schemas.microsoft.com/office/powerpoint/2010/main" val="32209594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32E1F0-4488-4DD8-AAE4-A1B15640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538190-0C10-4216-B0B8-EA9DB95F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七、破軍 —— 耗星（殺破狼）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E1FD2B-415E-4390-A515-89BD513E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65F673-18E7-484C-8266-C7C6B7F1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32AA33-2B53-4EFB-A5C4-99D6F291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基本 癸水 · 化氣為「耗」 · 北斗主 · 主變動與破舊立新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破軍是耗星,象徵破壞與重建、汰舊換新、開創於破敗之中。坐命者多半個性剛猛、敢衝敢變、不守成規、喜歡打破現狀從頭來過、講義氣重情但花錢也海派;人生起伏大,常「先破後成、破而後立」。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破軍之「耗」,是先破壞舊有、再建立新局,故最忌坐守與安逸,最宜投身變動、改革、開創之業。破軍在水鄉(亥子)逢煞則主泛濫難收;得紫微同宮則「英星入廟」剛柔並濟,是耗星最佳的收束。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93DF57-7A01-408F-8235-6D4EB199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伍   025</a:t>
            </a:r>
          </a:p>
        </p:txBody>
      </p:sp>
    </p:spTree>
    <p:extLst>
      <p:ext uri="{BB962C8B-B14F-4D97-AF65-F5344CB8AC3E}">
        <p14:creationId xmlns:p14="http://schemas.microsoft.com/office/powerpoint/2010/main" val="149237065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E6C8A-364D-4DBD-96F0-7DD37A8E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B916E4-65CC-4BFB-8724-659BD64E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七、破軍 —— 耗星（殺破狼）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D6C67-807C-438C-B8AB-579D1C3E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喜忌 · 廟旺 · 四化 · 原型 喜:得紫微同宮(英星入廟)剛柔並濟;宜開創變革之業。 忌:水鄉逢煞主破敗泛濫;守成則耗而無功。 廟旺:廟於子午、得地於辰戌丑未; 四化:化祿(癸)、化權(甲);不化科忌。 原型:改革者、創業家、拆解重建者、開路先鋒。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511EC6-C751-48FE-B2FE-50A6416B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伍   026</a:t>
            </a:r>
          </a:p>
        </p:txBody>
      </p:sp>
    </p:spTree>
    <p:extLst>
      <p:ext uri="{BB962C8B-B14F-4D97-AF65-F5344CB8AC3E}">
        <p14:creationId xmlns:p14="http://schemas.microsoft.com/office/powerpoint/2010/main" val="47591697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EE5790-97E3-4AA8-81B8-8A0964F3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9C20DA-D218-472D-9233-515464CE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七、破軍 —— 耗星（殺破狼）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EBE2E7-9220-409A-9030-D3D68970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0DC800-19AE-4362-8954-B4897E49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079399-48EE-4ED0-91E0-551959DB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落宮取象 在命主破立多變;在財帛主先破後聚、財來財去;在夫妻主聚散變動;在官祿宜變革開創之業。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7014E0-B767-43F7-B846-5354D26C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伍   027</a:t>
            </a:r>
          </a:p>
        </p:txBody>
      </p:sp>
    </p:spTree>
    <p:extLst>
      <p:ext uri="{BB962C8B-B14F-4D97-AF65-F5344CB8AC3E}">
        <p14:creationId xmlns:p14="http://schemas.microsoft.com/office/powerpoint/2010/main" val="147390519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366091-90F6-459D-8409-E080799E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02D5E1-C596-48D0-A4F4-BAC4E087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參、五大星系總覽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B107F0-DE18-42D8-AA3C-3B76ECF5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815ACC-88FB-4252-A3CF-B825E93E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0813A0-7F99-4A09-9F1E-B26F80EF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十四主星並非各自孤立,而是依三合會照,結成幾組固定的「星系」。判命格,先判星系: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DDC3EB-ACE2-4C04-8412-C5599F23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伍   028</a:t>
            </a:r>
          </a:p>
        </p:txBody>
      </p:sp>
    </p:spTree>
    <p:extLst>
      <p:ext uri="{BB962C8B-B14F-4D97-AF65-F5344CB8AC3E}">
        <p14:creationId xmlns:p14="http://schemas.microsoft.com/office/powerpoint/2010/main" val="155171742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3F6209-D208-4AC3-897A-7985A746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1BE61E-CE9E-4659-89C8-DD4DBDC6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參、五大星系總覽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8AD177-A233-454D-ABAC-B299F331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9388"/>
                <a:gridCol w="2719388"/>
                <a:gridCol w="2719388"/>
                <a:gridCol w="2719388"/>
              </a:tblGrid>
              <a:tr h="7493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星系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組成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基調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適性 / 傾向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  <a:tr h="7493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殺破狼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七殺 · 破軍 · 貪狼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變動、開創、起伏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創業、業務、演藝、專技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7493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機月同梁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天機 · 太陰 · 天同 · 天梁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安定、規律、守成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公職、幕僚、文教、內勤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7493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紫府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紫微 · 天府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領導、守成、尊貴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管理、當家、決策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7493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日月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太陽 · 太陰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光明與情感、貴與富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公眾與內涵並重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7493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府相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天府 · 天相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輔佐、守成、衣食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管理、輔弼、公門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385A96-094B-4487-9107-616B7DF6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伍   029</a:t>
            </a:r>
          </a:p>
        </p:txBody>
      </p:sp>
    </p:spTree>
    <p:extLst>
      <p:ext uri="{BB962C8B-B14F-4D97-AF65-F5344CB8AC3E}">
        <p14:creationId xmlns:p14="http://schemas.microsoft.com/office/powerpoint/2010/main" val="55471240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6D2AC9-7122-4F92-9061-464AF4E2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CB7A8A-BC64-4706-B77E-C4831E36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參、五大星系總覽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BA8F96-1E49-4867-9F0C-58405C27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7AC9D7-ECB1-4CF8-8935-F6B5CF87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B47C43-594A-4808-AC8E-A4EF3A41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其中「殺破狼」與「機月同梁」是兩大「人生基調」,一動一靜,判定它,就定了勸人的大方向;「紫府、日月、府相」則是三組「結構性配對」,補充格局的尊貴、內涵與輔佐之力。實務上一張盤常兼有數系,要看命宮主星屬何系為主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7E6E46-7D37-4286-BBE7-F04AFF0C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伍   030</a:t>
            </a:r>
          </a:p>
        </p:txBody>
      </p:sp>
    </p:spTree>
    <p:extLst>
      <p:ext uri="{BB962C8B-B14F-4D97-AF65-F5344CB8AC3E}">
        <p14:creationId xmlns:p14="http://schemas.microsoft.com/office/powerpoint/2010/main" val="82163061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E107BF-4E94-4799-955E-BF14AB92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72340C-F287-4FAA-97FA-1AE28B43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肆、主星的屬性分類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5B5286-5766-43C4-8B36-7D73F14D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213121-8550-44E3-8A7F-62AAD185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F50AF0-0EA0-4A75-919F-D8C406C6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除了星系,還可依「功能」把主星分類。論事時,先找對應屬性的星,取象更快: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23CAB0-A0D6-4999-BFCC-BEFF527B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伍   031</a:t>
            </a:r>
          </a:p>
        </p:txBody>
      </p:sp>
    </p:spTree>
    <p:extLst>
      <p:ext uri="{BB962C8B-B14F-4D97-AF65-F5344CB8AC3E}">
        <p14:creationId xmlns:p14="http://schemas.microsoft.com/office/powerpoint/2010/main" val="157415106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1A8D44-9D1D-445C-BA37-D9317EFC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2710E1-D69F-46D9-984F-C85A314C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肆、主星的屬性分類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DAA141-06AD-4405-9989-4C3A763B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25850"/>
                <a:gridCol w="3625850"/>
                <a:gridCol w="3625850"/>
              </a:tblGrid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屬性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主要主星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論事方向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財星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武曲(正財) · 天府(庫) · 太陰(富) · 貪狼(偏財)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財富、求財方式、聚散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桃花星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貪狼(正) · 廉貞(次) · 太陰(暗)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感情、魅力、異性緣、才藝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貴人輔佐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天梁(蔭) · 天相(印)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庇蔭、扶助、逢凶化吉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暗曜是非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巨門(暗) · 廉貞(囚)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口舌、是非、官非、鑽研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開創將星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七殺 · 破軍 · 武曲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開創、變動、決斷、專技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宗教哲學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天機 · 天梁 · 天同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玄學、宗教、研究、清心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C9CEFB-2BAB-4862-B7DE-629A66F4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伍   032</a:t>
            </a:r>
          </a:p>
        </p:txBody>
      </p:sp>
    </p:spTree>
    <p:extLst>
      <p:ext uri="{BB962C8B-B14F-4D97-AF65-F5344CB8AC3E}">
        <p14:creationId xmlns:p14="http://schemas.microsoft.com/office/powerpoint/2010/main" val="110604860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CD9B95-12CE-4743-B2B5-2E28DDFA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BAC8B8-0CB5-414B-949C-1B0E7B3B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肆、主星的屬性分類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0956C4-ADC0-431A-9015-E05A83A3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關鍵心法 星系定「人生基調」,屬性定「論事切入」。論財先抓財星、論情先抓桃花星、論貴人先抓蔭印星——這是把十四主星「用起來」的第一把鑰匙。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3297C6-A9EE-4F5E-ACAC-413A0BD4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伍   033</a:t>
            </a:r>
          </a:p>
        </p:txBody>
      </p:sp>
    </p:spTree>
    <p:extLst>
      <p:ext uri="{BB962C8B-B14F-4D97-AF65-F5344CB8AC3E}">
        <p14:creationId xmlns:p14="http://schemas.microsoft.com/office/powerpoint/2010/main" val="161758514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05FAD-40E3-4BF3-8B3E-83027218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62D7AC-3DD2-4F5D-987C-701DB098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伍、天府系星情速查表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E8A351-A2A4-48D8-92BB-1548AF90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75510"/>
                <a:gridCol w="2175510"/>
                <a:gridCol w="2175510"/>
                <a:gridCol w="2175510"/>
                <a:gridCol w="2175510"/>
              </a:tblGrid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主星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化氣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星系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性格關鍵字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最忌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太陰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富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機月同梁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溫柔、內斂、富與貌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落陷、化忌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貪狼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桃花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殺破狼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慾望、才藝、應酬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泛水桃花、化忌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巨門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暗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—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口才、鑽研、是非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化忌口舌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天相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印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府相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輔佐、公正、衣食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刑囚夾印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天梁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蔭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機月同梁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清高、庇蔭、老成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化祿招是非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七殺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將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殺破狼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剛烈、開創、獨立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逢煞無制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561975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破軍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耗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殺破狼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破立、變動、海派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水鄉逢煞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F54E4B-D266-4AA3-BEE4-39E32E3B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伍   034</a:t>
            </a:r>
          </a:p>
        </p:txBody>
      </p:sp>
    </p:spTree>
    <p:extLst>
      <p:ext uri="{BB962C8B-B14F-4D97-AF65-F5344CB8AC3E}">
        <p14:creationId xmlns:p14="http://schemas.microsoft.com/office/powerpoint/2010/main" val="208594187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33F45-AA9C-484C-AD36-CE95A2B6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26BF60-E9AC-4B71-B117-9664A91C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隨堂練習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98366B-1F79-498A-851B-4818AC1F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E05C6E-9842-430A-8B03-C76D6B8C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614978-18B2-40FB-9755-DF60713E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練習一 「殺破狼」由哪三顆星組成?其人生基調為何?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練習二 「機月同梁」由哪四顆星組成?最適合走哪類路?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練習三 巨門逢化祿與逢化忌,結果有何天壤之別?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練習四 天梁為何「化祿反招是非」?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練習五 太陰與太陽的廟旺為何相反?各旺於何方? ______________________________________________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78D54C-2A8B-4003-BD6E-D3E32DC4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伍   035</a:t>
            </a:r>
          </a:p>
        </p:txBody>
      </p:sp>
    </p:spTree>
    <p:extLst>
      <p:ext uri="{BB962C8B-B14F-4D97-AF65-F5344CB8AC3E}">
        <p14:creationId xmlns:p14="http://schemas.microsoft.com/office/powerpoint/2010/main" val="53604730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B01551-4B47-48C1-A721-D9BD853E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B03EC5-8E19-453D-86F8-C1F9A347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隨堂練習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D1134D-C35B-4DB7-89D1-57BA7A52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96E888-1AE2-45A3-89ED-C80F9BE2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B20440-8ACE-4710-BFB8-1D8CE5C7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練習六 貪狼配火星、配空劫,分別走向什麼人生?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練習七 判讀:某人命宮「七殺」、財帛「破軍」、官祿「貪狼」,屬何星系?你會勸他走哪條路?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______________________________________________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5B822E-62EA-4B0C-A369-0F6B8F34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伍   036</a:t>
            </a:r>
          </a:p>
        </p:txBody>
      </p:sp>
    </p:spTree>
    <p:extLst>
      <p:ext uri="{BB962C8B-B14F-4D97-AF65-F5344CB8AC3E}">
        <p14:creationId xmlns:p14="http://schemas.microsoft.com/office/powerpoint/2010/main" val="106083960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A42B99-9319-4273-ACB1-74A83428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207381-C706-4E22-8C21-76BD919F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課後作業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BC877D-A946-4769-B5D0-6AC37C54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FEA413-1501-4E47-B703-A3D73DEE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B18A44-C9DE-4971-BAAE-144FC751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1. 完成十四主星「一句話星情表」(結合第四、五堂),隨身背誦。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2. 取五張命盤,各判其命宮所屬星系與人生基調,並寫一句「我會勸他⋯」。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3. 在自己命盤上,判斷命宮屬殺破狼或機月同梁(或其他),寫一段自我印證。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C36B4F-9A63-42D4-8C37-4B04BE8A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伍   037</a:t>
            </a:r>
          </a:p>
        </p:txBody>
      </p:sp>
    </p:spTree>
    <p:extLst>
      <p:ext uri="{BB962C8B-B14F-4D97-AF65-F5344CB8AC3E}">
        <p14:creationId xmlns:p14="http://schemas.microsoft.com/office/powerpoint/2010/main" val="48411992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753DEF-DF95-40F9-AC39-EDAFF33D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92B09D-B22A-4BE5-81D8-6474CAA0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課後作業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62DAE5-40A3-472D-B81A-825998E4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階段小結 · 下堂預告 至此,十四主星(第一階段)全部認識完畢——你已能為一張盤定「路數」。第六堂進入第二階段:六吉六煞與輔佐諸曜,學會看主星身邊的「助力與阻力」,論斷從此有層次。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2D9BAC-0CA5-4E32-893F-E0847DEC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伍   038</a:t>
            </a:r>
          </a:p>
        </p:txBody>
      </p:sp>
    </p:spTree>
    <p:extLst>
      <p:ext uri="{BB962C8B-B14F-4D97-AF65-F5344CB8AC3E}">
        <p14:creationId xmlns:p14="http://schemas.microsoft.com/office/powerpoint/2010/main" val="192322294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3635E7-1369-4E41-8785-D40235E3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562100"/>
            <a:ext cx="1238250" cy="1238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3AD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DADF34-5484-465E-8551-9C879E87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885950"/>
            <a:ext cx="68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D1B827-3C14-4F8E-9534-EA0207A3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147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學生講義 · 本堂內容完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DFB6B3-4BC4-4E09-BE74-189DA112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914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請回到原講義逐項複習，將名詞、規則與練習題寫在自己的命盤或筆記上。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E79D2D-5D2F-47BF-8211-9EA1A2E9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9626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學生版 · 不含教師解答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F8F9A3-B54D-4EBE-8186-F6CFCD50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伍   039</a:t>
            </a:r>
          </a:p>
        </p:txBody>
      </p:sp>
    </p:spTree>
    <p:extLst>
      <p:ext uri="{BB962C8B-B14F-4D97-AF65-F5344CB8AC3E}">
        <p14:creationId xmlns:p14="http://schemas.microsoft.com/office/powerpoint/2010/main" val="16342021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2026-09-13T05:36:14.7430000Z</dcterms:created>
  <dcterms:modified xsi:type="dcterms:W3CDTF">2026-09-13T05:36:14.7430000Z</dcterms:modified>
</coreProperties>
</file>