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10e8e2bb8f4302" /><Relationship Type="http://schemas.openxmlformats.org/officeDocument/2006/relationships/extended-properties" Target="/docProps/app.xml" Id="Ra642b41ff0f8419d" /><Relationship Type="http://schemas.openxmlformats.org/officeDocument/2006/relationships/officeDocument" Target="/ppt/presentation.xml" Id="R277700261a994d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a719099f654f2b"/>
  </p:sldMasterIdLst>
  <p:notesMasterIdLst>
    <p:notesMasterId xmlns:r="http://schemas.openxmlformats.org/officeDocument/2006/relationships" r:id="Rd64282151e6541d5"/>
  </p:notesMasterIdLst>
  <p:sldIdLst>
    <p:sldId xmlns:r="http://schemas.openxmlformats.org/officeDocument/2006/relationships" id="256" r:id="Rd9a5f13491ef48e1"/>
    <p:sldId xmlns:r="http://schemas.openxmlformats.org/officeDocument/2006/relationships" id="257" r:id="Rad9a66ff746c48c7"/>
    <p:sldId xmlns:r="http://schemas.openxmlformats.org/officeDocument/2006/relationships" id="258" r:id="R96503e52281442e5"/>
    <p:sldId xmlns:r="http://schemas.openxmlformats.org/officeDocument/2006/relationships" id="259" r:id="R92a8f2b7492b4c77"/>
    <p:sldId xmlns:r="http://schemas.openxmlformats.org/officeDocument/2006/relationships" id="260" r:id="Rb01f3176e56d4c2c"/>
    <p:sldId xmlns:r="http://schemas.openxmlformats.org/officeDocument/2006/relationships" id="261" r:id="R84534dda39ce4e92"/>
    <p:sldId xmlns:r="http://schemas.openxmlformats.org/officeDocument/2006/relationships" id="262" r:id="R8717ebe8e3374036"/>
    <p:sldId xmlns:r="http://schemas.openxmlformats.org/officeDocument/2006/relationships" id="263" r:id="Rc6a83c0bc5fd4bcb"/>
    <p:sldId xmlns:r="http://schemas.openxmlformats.org/officeDocument/2006/relationships" id="264" r:id="R02fd061bef5b4318"/>
    <p:sldId xmlns:r="http://schemas.openxmlformats.org/officeDocument/2006/relationships" id="265" r:id="R46bb62b460d449a8"/>
    <p:sldId xmlns:r="http://schemas.openxmlformats.org/officeDocument/2006/relationships" id="266" r:id="R14d95da2d41b48c5"/>
    <p:sldId xmlns:r="http://schemas.openxmlformats.org/officeDocument/2006/relationships" id="267" r:id="R3fbc28be8d014075"/>
    <p:sldId xmlns:r="http://schemas.openxmlformats.org/officeDocument/2006/relationships" id="268" r:id="Rc730189a062b471d"/>
    <p:sldId xmlns:r="http://schemas.openxmlformats.org/officeDocument/2006/relationships" id="269" r:id="R6fa1af3e9b744a40"/>
    <p:sldId xmlns:r="http://schemas.openxmlformats.org/officeDocument/2006/relationships" id="270" r:id="Rb4c9c5b4fac449f1"/>
    <p:sldId xmlns:r="http://schemas.openxmlformats.org/officeDocument/2006/relationships" id="271" r:id="R647425cd9cbb4955"/>
    <p:sldId xmlns:r="http://schemas.openxmlformats.org/officeDocument/2006/relationships" id="272" r:id="R21feb9bee9864d59"/>
    <p:sldId xmlns:r="http://schemas.openxmlformats.org/officeDocument/2006/relationships" id="273" r:id="R850878a5577b4379"/>
    <p:sldId xmlns:r="http://schemas.openxmlformats.org/officeDocument/2006/relationships" id="274" r:id="Reb4af31c9ff94620"/>
    <p:sldId xmlns:r="http://schemas.openxmlformats.org/officeDocument/2006/relationships" id="275" r:id="R5602f3b1836b45df"/>
    <p:sldId xmlns:r="http://schemas.openxmlformats.org/officeDocument/2006/relationships" id="276" r:id="Rbd81e9a963f94106"/>
    <p:sldId xmlns:r="http://schemas.openxmlformats.org/officeDocument/2006/relationships" id="277" r:id="R0dd0bef9987343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c8830c730a4961" /><Relationship Type="http://schemas.openxmlformats.org/officeDocument/2006/relationships/slideMaster" Target="/ppt/slideMasters/slideMaster1.xml" Id="R89a719099f654f2b" /><Relationship Type="http://schemas.openxmlformats.org/officeDocument/2006/relationships/notesMaster" Target="/ppt/notesMasters/notesMaster1.xml" Id="Rd64282151e6541d5" /><Relationship Type="http://schemas.openxmlformats.org/officeDocument/2006/relationships/presProps" Target="/ppt/presProps.xml" Id="R0a5f492d8b6c4b76" /><Relationship Type="http://schemas.openxmlformats.org/officeDocument/2006/relationships/tableStyles" Target="/ppt/tableStyles.xml" Id="Re1bc2b560fcc499a" /><Relationship Type="http://schemas.openxmlformats.org/officeDocument/2006/relationships/slide" Target="/ppt/slides/slide1.xml" Id="Rd9a5f13491ef48e1" /><Relationship Type="http://schemas.openxmlformats.org/officeDocument/2006/relationships/slide" Target="/ppt/slides/slide2.xml" Id="Rad9a66ff746c48c7" /><Relationship Type="http://schemas.openxmlformats.org/officeDocument/2006/relationships/slide" Target="/ppt/slides/slide3.xml" Id="R96503e52281442e5" /><Relationship Type="http://schemas.openxmlformats.org/officeDocument/2006/relationships/slide" Target="/ppt/slides/slide4.xml" Id="R92a8f2b7492b4c77" /><Relationship Type="http://schemas.openxmlformats.org/officeDocument/2006/relationships/slide" Target="/ppt/slides/slide5.xml" Id="Rb01f3176e56d4c2c" /><Relationship Type="http://schemas.openxmlformats.org/officeDocument/2006/relationships/slide" Target="/ppt/slides/slide6.xml" Id="R84534dda39ce4e92" /><Relationship Type="http://schemas.openxmlformats.org/officeDocument/2006/relationships/slide" Target="/ppt/slides/slide7.xml" Id="R8717ebe8e3374036" /><Relationship Type="http://schemas.openxmlformats.org/officeDocument/2006/relationships/slide" Target="/ppt/slides/slide8.xml" Id="Rc6a83c0bc5fd4bcb" /><Relationship Type="http://schemas.openxmlformats.org/officeDocument/2006/relationships/slide" Target="/ppt/slides/slide9.xml" Id="R02fd061bef5b4318" /><Relationship Type="http://schemas.openxmlformats.org/officeDocument/2006/relationships/slide" Target="/ppt/slides/slide10.xml" Id="R46bb62b460d449a8" /><Relationship Type="http://schemas.openxmlformats.org/officeDocument/2006/relationships/slide" Target="/ppt/slides/slide11.xml" Id="R14d95da2d41b48c5" /><Relationship Type="http://schemas.openxmlformats.org/officeDocument/2006/relationships/slide" Target="/ppt/slides/slide12.xml" Id="R3fbc28be8d014075" /><Relationship Type="http://schemas.openxmlformats.org/officeDocument/2006/relationships/slide" Target="/ppt/slides/slide13.xml" Id="Rc730189a062b471d" /><Relationship Type="http://schemas.openxmlformats.org/officeDocument/2006/relationships/slide" Target="/ppt/slides/slide14.xml" Id="R6fa1af3e9b744a40" /><Relationship Type="http://schemas.openxmlformats.org/officeDocument/2006/relationships/slide" Target="/ppt/slides/slide15.xml" Id="Rb4c9c5b4fac449f1" /><Relationship Type="http://schemas.openxmlformats.org/officeDocument/2006/relationships/slide" Target="/ppt/slides/slide16.xml" Id="R647425cd9cbb4955" /><Relationship Type="http://schemas.openxmlformats.org/officeDocument/2006/relationships/slide" Target="/ppt/slides/slide17.xml" Id="R21feb9bee9864d59" /><Relationship Type="http://schemas.openxmlformats.org/officeDocument/2006/relationships/slide" Target="/ppt/slides/slide18.xml" Id="R850878a5577b4379" /><Relationship Type="http://schemas.openxmlformats.org/officeDocument/2006/relationships/slide" Target="/ppt/slides/slide19.xml" Id="Reb4af31c9ff94620" /><Relationship Type="http://schemas.openxmlformats.org/officeDocument/2006/relationships/slide" Target="/ppt/slides/slide20.xml" Id="R5602f3b1836b45df" /><Relationship Type="http://schemas.openxmlformats.org/officeDocument/2006/relationships/slide" Target="/ppt/slides/slide21.xml" Id="Rbd81e9a963f94106" /><Relationship Type="http://schemas.openxmlformats.org/officeDocument/2006/relationships/slide" Target="/ppt/slides/slide22.xml" Id="R0dd0bef9987343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6b3bc40ffe48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d4eeb807e24bf9" /><Relationship Type="http://schemas.openxmlformats.org/officeDocument/2006/relationships/notesMaster" Target="/ppt/notesMasters/notesMaster1.xml" Id="Rf6e295697ee747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26d7d7ddc84494" /><Relationship Type="http://schemas.openxmlformats.org/officeDocument/2006/relationships/notesMaster" Target="/ppt/notesMasters/notesMaster1.xml" Id="Rfff53fb5cb654a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8cf540a99b45ee" /><Relationship Type="http://schemas.openxmlformats.org/officeDocument/2006/relationships/notesMaster" Target="/ppt/notesMasters/notesMaster1.xml" Id="R79022ae180314b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ff29d1cfd54268" /><Relationship Type="http://schemas.openxmlformats.org/officeDocument/2006/relationships/notesMaster" Target="/ppt/notesMasters/notesMaster1.xml" Id="R7329a2de447945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c76ffd794748d8" /><Relationship Type="http://schemas.openxmlformats.org/officeDocument/2006/relationships/notesMaster" Target="/ppt/notesMasters/notesMaster1.xml" Id="Rdf3b025e716e44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d6984dc1414f48" /><Relationship Type="http://schemas.openxmlformats.org/officeDocument/2006/relationships/notesMaster" Target="/ppt/notesMasters/notesMaster1.xml" Id="Rc84a22de463540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8c740fb3394028" /><Relationship Type="http://schemas.openxmlformats.org/officeDocument/2006/relationships/notesMaster" Target="/ppt/notesMasters/notesMaster1.xml" Id="R2460fcd3ae5648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a49be8afd44b41" /><Relationship Type="http://schemas.openxmlformats.org/officeDocument/2006/relationships/notesMaster" Target="/ppt/notesMasters/notesMaster1.xml" Id="R4c4e27a6cb274f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ed8bec09ab4290" /><Relationship Type="http://schemas.openxmlformats.org/officeDocument/2006/relationships/notesMaster" Target="/ppt/notesMasters/notesMaster1.xml" Id="R05364855e22d4c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ad966480e14885" /><Relationship Type="http://schemas.openxmlformats.org/officeDocument/2006/relationships/notesMaster" Target="/ppt/notesMasters/notesMaster1.xml" Id="R12f57d99a7434f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eac84acc4743e5" /><Relationship Type="http://schemas.openxmlformats.org/officeDocument/2006/relationships/notesMaster" Target="/ppt/notesMasters/notesMaster1.xml" Id="Rc6610a7f5c9c42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b408caf2b14705" /><Relationship Type="http://schemas.openxmlformats.org/officeDocument/2006/relationships/notesMaster" Target="/ppt/notesMasters/notesMaster1.xml" Id="Rf6e5bda835ef45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dfdd0a52454445" /><Relationship Type="http://schemas.openxmlformats.org/officeDocument/2006/relationships/notesMaster" Target="/ppt/notesMasters/notesMaster1.xml" Id="Rc7d7d7287d3449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e8988f72744499" /><Relationship Type="http://schemas.openxmlformats.org/officeDocument/2006/relationships/notesMaster" Target="/ppt/notesMasters/notesMaster1.xml" Id="R594bb7f4249f4c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6598ad618b43c9" /><Relationship Type="http://schemas.openxmlformats.org/officeDocument/2006/relationships/notesMaster" Target="/ppt/notesMasters/notesMaster1.xml" Id="R6b788ee0030b4f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3db7d0b3464d0c" /><Relationship Type="http://schemas.openxmlformats.org/officeDocument/2006/relationships/notesMaster" Target="/ppt/notesMasters/notesMaster1.xml" Id="R8076cc2e60d949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fba159431084cac" /><Relationship Type="http://schemas.openxmlformats.org/officeDocument/2006/relationships/notesMaster" Target="/ppt/notesMasters/notesMaster1.xml" Id="R6f7ee198487241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4a0cc3e27d4676" /><Relationship Type="http://schemas.openxmlformats.org/officeDocument/2006/relationships/notesMaster" Target="/ppt/notesMasters/notesMaster1.xml" Id="R5c1e569dca7849a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2f5da0814a245ee" /><Relationship Type="http://schemas.openxmlformats.org/officeDocument/2006/relationships/notesMaster" Target="/ppt/notesMasters/notesMaster1.xml" Id="R3cf54b1c8ce940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c0a6f8a17b46d3" /><Relationship Type="http://schemas.openxmlformats.org/officeDocument/2006/relationships/notesMaster" Target="/ppt/notesMasters/notesMaster1.xml" Id="Rd15f0fe8e41849b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9b855ca35784adf" /><Relationship Type="http://schemas.openxmlformats.org/officeDocument/2006/relationships/notesMaster" Target="/ppt/notesMasters/notesMaster1.xml" Id="R70cc8897490143c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7e87a2934946cb" /><Relationship Type="http://schemas.openxmlformats.org/officeDocument/2006/relationships/notesMaster" Target="/ppt/notesMasters/notesMaster1.xml" Id="R30ee9b9ba4b245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C:\Users\eason1288\Documents\上課資料夾\紫微斗數課程\紫微斗數_第12堂_學生講義.docx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7653eb9fb49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e02a0b028c4ec2" /><Relationship Type="http://schemas.openxmlformats.org/officeDocument/2006/relationships/slideLayout" Target="/ppt/slideLayouts/slideLayout1.xml" Id="Rc15ba0f2637044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5ba0f2637044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a5bc54bd24672" /><Relationship Type="http://schemas.openxmlformats.org/officeDocument/2006/relationships/notesSlide" Target="/ppt/notesSlides/notesSlide1.xml" Id="Rde5e543caba24a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c253f09914730" /><Relationship Type="http://schemas.openxmlformats.org/officeDocument/2006/relationships/notesSlide" Target="/ppt/notesSlides/notesSlide2.xml" Id="Rc036f6b6cda543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29260008e4802" /><Relationship Type="http://schemas.openxmlformats.org/officeDocument/2006/relationships/notesSlide" Target="/ppt/notesSlides/notesSlide3.xml" Id="R12692bdb69af4d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5728cd6b047c3" /><Relationship Type="http://schemas.openxmlformats.org/officeDocument/2006/relationships/notesSlide" Target="/ppt/notesSlides/notesSlide4.xml" Id="R117f7bf6591944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c07eba544429b" /><Relationship Type="http://schemas.openxmlformats.org/officeDocument/2006/relationships/notesSlide" Target="/ppt/notesSlides/notesSlide5.xml" Id="Re8093b34345240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a3c1bb97c46b3" /><Relationship Type="http://schemas.openxmlformats.org/officeDocument/2006/relationships/notesSlide" Target="/ppt/notesSlides/notesSlide6.xml" Id="Rfda03f9627214e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ea1b7ca2d4f77" /><Relationship Type="http://schemas.openxmlformats.org/officeDocument/2006/relationships/notesSlide" Target="/ppt/notesSlides/notesSlide7.xml" Id="R4f35a8e7e1d64e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556627fd24921" /><Relationship Type="http://schemas.openxmlformats.org/officeDocument/2006/relationships/notesSlide" Target="/ppt/notesSlides/notesSlide8.xml" Id="R488004cd85e742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232bd77754af1" /><Relationship Type="http://schemas.openxmlformats.org/officeDocument/2006/relationships/notesSlide" Target="/ppt/notesSlides/notesSlide9.xml" Id="R095d42e25aa244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e9ae92e7b46b4" /><Relationship Type="http://schemas.openxmlformats.org/officeDocument/2006/relationships/notesSlide" Target="/ppt/notesSlides/notesSlide10.xml" Id="R25f5ce24edbb40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717af5cab466f" /><Relationship Type="http://schemas.openxmlformats.org/officeDocument/2006/relationships/notesSlide" Target="/ppt/notesSlides/notesSlide11.xml" Id="R2738c96c9cce4f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e479442124dfd" /><Relationship Type="http://schemas.openxmlformats.org/officeDocument/2006/relationships/notesSlide" Target="/ppt/notesSlides/notesSlide12.xml" Id="R028c3848044346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70cce2fda451d" /><Relationship Type="http://schemas.openxmlformats.org/officeDocument/2006/relationships/notesSlide" Target="/ppt/notesSlides/notesSlide13.xml" Id="R0844cea52e004e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6d1aeae7d4fd7" /><Relationship Type="http://schemas.openxmlformats.org/officeDocument/2006/relationships/notesSlide" Target="/ppt/notesSlides/notesSlide14.xml" Id="Rf9e3ca98b5ba48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8e36606264ba1" /><Relationship Type="http://schemas.openxmlformats.org/officeDocument/2006/relationships/notesSlide" Target="/ppt/notesSlides/notesSlide15.xml" Id="R5e1acabcfbce4a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13f09255a4c9a" /><Relationship Type="http://schemas.openxmlformats.org/officeDocument/2006/relationships/notesSlide" Target="/ppt/notesSlides/notesSlide16.xml" Id="R47bb9572f16f47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d83ab04c44ed6" /><Relationship Type="http://schemas.openxmlformats.org/officeDocument/2006/relationships/notesSlide" Target="/ppt/notesSlides/notesSlide17.xml" Id="R19116efc34b84e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6639032b24175" /><Relationship Type="http://schemas.openxmlformats.org/officeDocument/2006/relationships/notesSlide" Target="/ppt/notesSlides/notesSlide18.xml" Id="Ra69c8c05375a479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f8fd2a9a14851" /><Relationship Type="http://schemas.openxmlformats.org/officeDocument/2006/relationships/notesSlide" Target="/ppt/notesSlides/notesSlide19.xml" Id="Rb0edb635aecc46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8ce1150354ed1" /><Relationship Type="http://schemas.openxmlformats.org/officeDocument/2006/relationships/notesSlide" Target="/ppt/notesSlides/notesSlide20.xml" Id="R05ce924994834a0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6c769ca064a42" /><Relationship Type="http://schemas.openxmlformats.org/officeDocument/2006/relationships/notesSlide" Target="/ppt/notesSlides/notesSlide21.xml" Id="R0c58fc8453c8483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105002cf248da" /><Relationship Type="http://schemas.openxmlformats.org/officeDocument/2006/relationships/notesSlide" Target="/ppt/notesSlides/notesSlide22.xml" Id="Rbdb132f5630d44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8B4ED-B152-4D7E-ACCC-2385C042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00590-853D-4384-A4BC-83317742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拾貳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7519C-60AC-43F7-BC65-576525DE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DBF29-49E6-4B03-A8D4-97A9F3D7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十二宮詳論（下）· 遷移事業 · 田宅福德 · 官友父母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D7B6E-B823-40AC-AB30-DA1CF738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第12堂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DE5EA-2505-4562-B3C3-05BAF7DC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壹、遷移 · 交友 · 官祿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◆ 一、遷移宮 —— 外在的我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7A0D2-287A-4B4D-BBE5-ADC8FD32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836804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72CCB-AD4D-4EF3-8A4C-F201EA7B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4BD61-4F79-43D5-8E7E-209B76A2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831FF-085D-4E33-8C50-F261F84B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精讀遷移、交友、官祿、田宅、福德、父母六宮的看點。 2. 理解福德宮為「精神命宮」、田宅宮為「財之庫」的關鍵地位。 3. 掌握「財官格」與「財帛—田宅—福德」財富三宮的合看法。 4. 學會用「六條對宮線」對看,做一張盤的全盤體檢。 5. 能對一張盤,完成一份結構化的十二宮體檢報告。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E8880-E6F6-4346-BCFA-E86F72D6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002</a:t>
            </a:r>
          </a:p>
        </p:txBody>
      </p:sp>
    </p:spTree>
    <p:extLst>
      <p:ext uri="{BB962C8B-B14F-4D97-AF65-F5344CB8AC3E}">
        <p14:creationId xmlns:p14="http://schemas.microsoft.com/office/powerpoint/2010/main" val="958349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3B955-B098-4CDD-ACDE-BE0C4152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C5C8B-EF6E-4208-B02F-99E61C7F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一、遷移宮 —— 外在的我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E56D2-81FD-4BC4-8E70-984EE549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50BEF-7064-4A26-9795-4BB960DB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F3AC0-D0E3-4980-90D4-1D848DC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遷移宮是命宮的對宮,論出外的際遇、社會地位、驛馬遠行,以及「別人眼中的你」。命宮是內在本質,遷移就是外在表現與社會給你的舞台——兩者一內一外,互為表裡。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遷移吉(逢祿、逢吉星),主出外得意、貴人多、社會評價高、宜外出發展;遷移逢煞忌,主在外辛勞、是非、驛馬奔波。命弱遷強者,反宜離鄉背井、外出發展。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F4DEF-0A69-485C-8727-FF95299E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003</a:t>
            </a:r>
          </a:p>
        </p:txBody>
      </p:sp>
    </p:spTree>
    <p:extLst>
      <p:ext uri="{BB962C8B-B14F-4D97-AF65-F5344CB8AC3E}">
        <p14:creationId xmlns:p14="http://schemas.microsoft.com/office/powerpoint/2010/main" val="1435405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F46A0-6BF1-4938-BB0B-2CDA0098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CD7D3-016E-427A-9DD5-5C5D6BD6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一、遷移宮 —— 外在的我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A43C0-9DB1-4B77-A8B0-ADFC505C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看點 命遷相對:內在本質 vs 外在表現與社會地位。 逢祿吉宜外出發展;逢煞忌主在外辛勞是非。 命弱遷強→離鄉發展反佳。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11C13-5ACA-4F25-A39E-84678490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004</a:t>
            </a:r>
          </a:p>
        </p:txBody>
      </p:sp>
    </p:spTree>
    <p:extLst>
      <p:ext uri="{BB962C8B-B14F-4D97-AF65-F5344CB8AC3E}">
        <p14:creationId xmlns:p14="http://schemas.microsoft.com/office/powerpoint/2010/main" val="1253974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5AEF7-D73D-4514-9283-0F746B42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9E9C8-7E26-487B-88B8-D97A3A08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二、交友宮(僕役) —— 人際與競爭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0C69F-3A4F-47A1-96A8-063837FA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E63E4-FD78-4D0A-A15B-01B803ED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84F63-C3A6-4A4D-AA59-27AAAFB5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交友宮論朋友、部屬、同事、合作對象,以及貴人與小人。逢吉主得力部屬、益友貴人;逢煞忌主部屬拖累、朋友背信、小人是非。它也是「競爭宮」——論競爭對手的強弱與合夥對象的良窳。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交友宮是兄弟宮的對宮(兄友線),與人際助力相關。對做生意、帶團隊、講人脈的人尤其重要:交友宮好,一生多得人助;交友宮破,則易遭部屬與合夥所累。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F7EB5-95AC-4B88-8733-C07848B6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005</a:t>
            </a:r>
          </a:p>
        </p:txBody>
      </p:sp>
    </p:spTree>
    <p:extLst>
      <p:ext uri="{BB962C8B-B14F-4D97-AF65-F5344CB8AC3E}">
        <p14:creationId xmlns:p14="http://schemas.microsoft.com/office/powerpoint/2010/main" val="13747767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1CF23-AFB5-4437-9783-D39A6FEE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086E1-9B01-4A04-95D0-4A0896F7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二、交友宮(僕役) —— 人際與競爭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F9AE5-CE5A-431F-8586-028F6BE2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看點 論朋友部屬、貴人小人、競爭對手、合夥。 逢吉得助、逢煞忌遭累或背信。 兄友線:人際助力與競爭關係。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E32D0-1481-4E06-A944-BF17124D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006</a:t>
            </a:r>
          </a:p>
        </p:txBody>
      </p:sp>
    </p:spTree>
    <p:extLst>
      <p:ext uri="{BB962C8B-B14F-4D97-AF65-F5344CB8AC3E}">
        <p14:creationId xmlns:p14="http://schemas.microsoft.com/office/powerpoint/2010/main" val="1925872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D779D-91C2-4E30-B9E4-BBAA6779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47369-058D-4153-A2D7-801A98DC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三、官祿宮(事業) —— 事業成就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ABE82-5EC0-4693-8F99-C197EB1A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D0D11-E779-4AC7-973F-947A4F8F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0789A-1581-41B3-AADE-C973D37C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官祿宮論事業的性質、工作型態、成就與功名。本宮主星定事業取向:紫府主管理領導、武曲主財經實業、殺破狼主開創業務、機月同梁主專技受薪、昌曲主文教、巨門主口業。逢祿權主事業順遂掌權,逢忌煞主事業起伏是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官祿與命、財三合,構成「財官格」——事業與財富的骨幹。官祿宮也是夫妻宮的對宮(官夫線),故事業與婚姻常互相牽動:事業起伏往往連動感情。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ED405-9646-4584-9CAD-34064CFF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007</a:t>
            </a:r>
          </a:p>
        </p:txBody>
      </p:sp>
    </p:spTree>
    <p:extLst>
      <p:ext uri="{BB962C8B-B14F-4D97-AF65-F5344CB8AC3E}">
        <p14:creationId xmlns:p14="http://schemas.microsoft.com/office/powerpoint/2010/main" val="14565155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ED0DB-ED3F-4974-ABB7-50A5657B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20EDF-077D-42B4-8D07-D3E60468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三、官祿宮(事業) —— 事業成就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D71C2-D7F8-4FBF-8C07-817D485D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看點 本宮主星=事業取向;祿權=順遂掌權。 命、財、官三合=財官格,定事業財路骨幹。 官夫線:事業與婚姻互相牽動。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5555D-5D2F-4F10-8C34-C6E77A6A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008</a:t>
            </a:r>
          </a:p>
        </p:txBody>
      </p:sp>
    </p:spTree>
    <p:extLst>
      <p:ext uri="{BB962C8B-B14F-4D97-AF65-F5344CB8AC3E}">
        <p14:creationId xmlns:p14="http://schemas.microsoft.com/office/powerpoint/2010/main" val="16318170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78BAE-4D10-4849-822E-ACFD2C15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AFEFA-80AB-4D85-ABA7-D5A34887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四、田宅宮 —— 財之庫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79C19-5C71-4BC7-B6CF-AC5F6765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63FC3-F76E-4C89-A853-7E2E412D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3948F-62DE-485A-B23A-C4ACDE5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田宅宮論不動產、家運、居住環境,以及最關鍵的——「財庫」。斗數論財:財帛是「進出的現金流」,田宅才是「存得住的庫」。田宅吉、有祿,則財聚、能置產;田宅逢空劫化忌,則有財難存、財來財去(空庫、破庫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田宅也主家運與家庭氣氛、公司行號(事業的「家」與據點)。論一個人「會不會賺又存不存得住」,一定要看田宅——很多人財帛旺卻田宅破,結果是「過手財」,賺得多也留不住。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5E831-CCA2-4C39-B3D2-74ADA1CA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009</a:t>
            </a:r>
          </a:p>
        </p:txBody>
      </p:sp>
    </p:spTree>
    <p:extLst>
      <p:ext uri="{BB962C8B-B14F-4D97-AF65-F5344CB8AC3E}">
        <p14:creationId xmlns:p14="http://schemas.microsoft.com/office/powerpoint/2010/main" val="17003155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B487F-4B09-447B-B598-EA48B5FD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9593B-E9BA-4AB3-AD22-4F9FF59C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四、田宅宮 —— 財之庫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81F67-EACA-4D83-81AC-727A3FAF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看點 財之庫:能不能存財、聚不聚得住。 逢祿主財聚置產;逢空劫忌主破庫、過手財。 兼主家運、居住環境、公司行號。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60E88-FD32-45EC-8409-8A1EBAEE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010</a:t>
            </a:r>
          </a:p>
        </p:txBody>
      </p:sp>
    </p:spTree>
    <p:extLst>
      <p:ext uri="{BB962C8B-B14F-4D97-AF65-F5344CB8AC3E}">
        <p14:creationId xmlns:p14="http://schemas.microsoft.com/office/powerpoint/2010/main" val="6523484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3345E-5A9B-47A4-80DF-88BC9A0F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457C5-B3C7-41F3-9195-6E4046C1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五、福德宮 —— 精神命宮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CE819-E7E3-4514-AA39-D7C60FA3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D3F46-1797-4202-830B-13EAC2FA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AE64D-8CBD-41C1-8BEA-4E035D5A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福德宮論福分、興趣、精神享受、心性,以及壽元與果報。它被稱為「精神命宮」——命宮看你「是什麼樣的人」,福德看你「快不快樂、想不想得開」。福德吉,則心寬知足、有福能享;福德逢煞忌,則勞心、鑽牛角尖、身在福中不知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福德是財帛的對宮(財福線):財帛看「怎麼賺」,福德看「怎麼花、值不值得、對錢的價值觀」。論一個人的理財觀、消費觀、乃至一生幸福感,福德比財帛更關鍵。富而不樂者,病常在福德。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683FE-6CCF-4E58-911D-56E8564E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011</a:t>
            </a:r>
          </a:p>
        </p:txBody>
      </p:sp>
    </p:spTree>
    <p:extLst>
      <p:ext uri="{BB962C8B-B14F-4D97-AF65-F5344CB8AC3E}">
        <p14:creationId xmlns:p14="http://schemas.microsoft.com/office/powerpoint/2010/main" val="10277347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2A969-F41C-43FB-98B2-D3285FE3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5A794-0472-47F5-A6A5-53F4B63D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五、福德宮 —— 精神命宮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9A2AE-53F7-4D88-9CB9-2DDF87AF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看點 精神命宮:快不快樂、想不想得開、心性。 財福線:福德看用錢價值觀與享受。 兼主壽元、果報、興趣嗜好。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5CEBF-ED59-4AF6-B080-586D18CA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012</a:t>
            </a:r>
          </a:p>
        </p:txBody>
      </p:sp>
    </p:spTree>
    <p:extLst>
      <p:ext uri="{BB962C8B-B14F-4D97-AF65-F5344CB8AC3E}">
        <p14:creationId xmlns:p14="http://schemas.microsoft.com/office/powerpoint/2010/main" val="17758315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C6284-00EF-4B86-8828-62BE5FA6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C90AD-A0D9-4E25-A06A-E312507B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六、父母宮 —— 長上與文書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A09AA-2177-45EE-9EE6-7EFD5469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00899-2DC6-4302-BAE0-9C2458F4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88700-2EDB-4409-9568-107C0FF0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父母宮論與父母、長上、上司的緣分,以及公家機關、文書契約。逢吉主得長上提攜、與父母緣厚、文書順利;逢煞忌主與長上緣薄、代溝、或文書契約易生糾紛。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依象義引申,父母宮又名「相貌宮」(長相遺傳自父母),並兼主文書、學業與師長(受教於長上)、公門與官方往來、以及遺傳體質。論考試文書、論與上司關係、論相貌遺傳,皆取此宮。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8C07F-C993-4661-A161-24FA2296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013</a:t>
            </a:r>
          </a:p>
        </p:txBody>
      </p:sp>
    </p:spTree>
    <p:extLst>
      <p:ext uri="{BB962C8B-B14F-4D97-AF65-F5344CB8AC3E}">
        <p14:creationId xmlns:p14="http://schemas.microsoft.com/office/powerpoint/2010/main" val="7317775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42DCA-A887-4B28-9558-32BD605C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2E036-8CD1-44FD-A0AA-A4239DD5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六、父母宮 —— 長上與文書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3F625-2A21-4D6E-82A3-E93F73B3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看點 論父母長上、上司、公門、文書契約。 又名相貌宮:主長相、遺傳。 兼主學業師長、公家官方往來。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04958-3913-4773-89A0-9F6D17AF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014</a:t>
            </a:r>
          </a:p>
        </p:txBody>
      </p:sp>
    </p:spTree>
    <p:extLst>
      <p:ext uri="{BB962C8B-B14F-4D97-AF65-F5344CB8AC3E}">
        <p14:creationId xmlns:p14="http://schemas.microsoft.com/office/powerpoint/2010/main" val="7413224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60042-16AE-4210-BEB5-2EB70DB0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F1758-4F80-40B2-A03D-7F0AD28D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參、六條對宮線 · 全盤體檢法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3BC3A-D7F0-4FBB-BBB7-F3D9193F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90E4F-2F76-49D5-9A1C-AD5582D1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8305F-AEB9-4C23-86C3-90D6DD26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十二宮兩兩相對,構成六條「對宮線」。成熟的看盤,不是逐宮各看,而是「成對地看」——一條線的兩端互為因果、彼此牽動。用六條線掃一遍,就是一張盤的完整體檢: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5BA9F-26FF-43F6-A5A5-3F2EF6B9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015</a:t>
            </a:r>
          </a:p>
        </p:txBody>
      </p:sp>
    </p:spTree>
    <p:extLst>
      <p:ext uri="{BB962C8B-B14F-4D97-AF65-F5344CB8AC3E}">
        <p14:creationId xmlns:p14="http://schemas.microsoft.com/office/powerpoint/2010/main" val="4948593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26CEC-7CEC-402F-A8E3-C39C31C5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8533F-9058-45BF-9487-B29AD099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參、六條對宮線 · 全盤體檢法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2D4E5-96F6-482F-A56A-100A9976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對宮線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兩端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合看什麼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命遷線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命宮 ↔ 遷移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內在本質 vs 外在表現與社會際遇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財福線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財帛 ↔ 福德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賺錢能力 vs 用錢價值觀與享受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官夫線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官祿 ↔ 夫妻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事業 vs 婚姻(常相牽動)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田子線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田宅 ↔ 子女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家產財庫 vs 子嗣、合夥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兄友線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兄弟 ↔ 交友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手足現金 vs 朋友部屬、人際助力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疾父線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疾厄 ↔ 父母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身體體質 vs 遺傳、長上、相貌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34725-64AD-4ED8-B766-03A92E93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016</a:t>
            </a:r>
          </a:p>
        </p:txBody>
      </p:sp>
    </p:spTree>
    <p:extLst>
      <p:ext uri="{BB962C8B-B14F-4D97-AF65-F5344CB8AC3E}">
        <p14:creationId xmlns:p14="http://schemas.microsoft.com/office/powerpoint/2010/main" val="3118741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B5E51-DEDC-425E-850C-FDBE6650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B58D3-17FE-4D76-A44D-B428FFE7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參、六條對宮線 · 全盤體檢法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0B5B5-FE15-4839-AE65-E64AB338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師傳心法 福德宮是「精神命宮」——看一個人快不快樂、想不想得開,它比財帛更關鍵;富而不樂者,病在福德。田宅是財之「庫」,無庫則財來財去、聚不住。這兩宮,是很多命理師會漏、卻最見功力之處。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F0B46-7521-4BA6-89AE-0048776E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017</a:t>
            </a:r>
          </a:p>
        </p:txBody>
      </p:sp>
    </p:spTree>
    <p:extLst>
      <p:ext uri="{BB962C8B-B14F-4D97-AF65-F5344CB8AC3E}">
        <p14:creationId xmlns:p14="http://schemas.microsoft.com/office/powerpoint/2010/main" val="15528744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22CCC-44E1-4258-925E-B15B1458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F3FB2-55F2-4035-A101-60249C3C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480CE-B87A-4DFA-BBCE-3DC9EEDA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85EA0-E6D3-4802-8472-EDA92536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28832-1D7A-4A51-8C3B-C3998604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為什麼說「田宅是財之庫」?它與財帛宮如何分工?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福德宮為何被稱為「精神命宮」?它與財帛構成哪條線?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寫出六條對宮線,並說明「官夫線」合看什麼。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「財官格」由哪三宮構成?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父母宮除父母長上外,還兼主哪些事?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8A113-D432-4D0A-AF34-4F3A6FFD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018</a:t>
            </a:r>
          </a:p>
        </p:txBody>
      </p:sp>
    </p:spTree>
    <p:extLst>
      <p:ext uri="{BB962C8B-B14F-4D97-AF65-F5344CB8AC3E}">
        <p14:creationId xmlns:p14="http://schemas.microsoft.com/office/powerpoint/2010/main" val="14621504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73D6D-8D9F-4D1E-A8D1-1E899A51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DA70C-9121-40EB-9052-C8B27EC3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C93E0-F48D-4126-86FD-8951E035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40C69-97E1-4CC8-9FF0-0C9A24BF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F36AE-1E5D-461A-A2C7-71300531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00AFA-842A-4903-BE7E-69955002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019</a:t>
            </a:r>
          </a:p>
        </p:txBody>
      </p:sp>
    </p:spTree>
    <p:extLst>
      <p:ext uri="{BB962C8B-B14F-4D97-AF65-F5344CB8AC3E}">
        <p14:creationId xmlns:p14="http://schemas.microsoft.com/office/powerpoint/2010/main" val="7801925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8AA1F-95A2-46BE-A02B-095062FE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23CE8-1001-47A8-B241-AC2EFB8E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E284E-571F-4D0E-AD01-F876ABB5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99BA0-DB6A-48DE-A260-C05C5609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D94C4-3658-4F79-8956-29F71E3A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取一張命盤,用六條對宮線做一次完整體檢,寫成結構化報告。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找一位「賺得多卻存不住」或「富而不樂」的例子,對照其田宅、福德宮。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分析自己命盤的財富三宮(財帛、田宅、福德),寫出財富格局特點。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8B1D9-C0A7-41F5-85ED-DE6C8655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020</a:t>
            </a:r>
          </a:p>
        </p:txBody>
      </p:sp>
    </p:spTree>
    <p:extLst>
      <p:ext uri="{BB962C8B-B14F-4D97-AF65-F5344CB8AC3E}">
        <p14:creationId xmlns:p14="http://schemas.microsoft.com/office/powerpoint/2010/main" val="16522998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722FC-50E3-490F-85A9-3A9CE19D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6743F-DACA-4705-87F1-CC5FEDA8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D3FFC-64D9-401E-A2B6-24336B53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階段預告 第十三堂:看盤 SOP · 命身綜合與定盤。將把前面所學收攏成一套「拿到盤先看什麼」的標準流程,並教定盤校時——第一階段的靜態論斷就此收官。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261F2-16AA-4F18-A956-EF19AE39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021</a:t>
            </a:r>
          </a:p>
        </p:txBody>
      </p:sp>
    </p:spTree>
    <p:extLst>
      <p:ext uri="{BB962C8B-B14F-4D97-AF65-F5344CB8AC3E}">
        <p14:creationId xmlns:p14="http://schemas.microsoft.com/office/powerpoint/2010/main" val="17119504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A4771-3782-46C0-8F00-1957F3DD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11679-880B-4665-A282-1F2F9B72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1AB34-DDBB-476A-9A6A-74043A52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A5A73-BBC7-4E86-9270-49F35190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3E5C3-863B-4ABB-A867-2FEAA65D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2011E-0844-410D-813C-87A5FE88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拾貳   022</a:t>
            </a:r>
          </a:p>
        </p:txBody>
      </p:sp>
    </p:spTree>
    <p:extLst>
      <p:ext uri="{BB962C8B-B14F-4D97-AF65-F5344CB8AC3E}">
        <p14:creationId xmlns:p14="http://schemas.microsoft.com/office/powerpoint/2010/main" val="1942256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2026-09-13T05:37:26.7540000Z</dcterms:created>
  <dcterms:modified xsi:type="dcterms:W3CDTF">2026-09-13T05:37:26.7540000Z</dcterms:modified>
</coreProperties>
</file>