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9d44bc7ccd4c0d" /><Relationship Type="http://schemas.openxmlformats.org/officeDocument/2006/relationships/extended-properties" Target="/docProps/app.xml" Id="R1f2aebc94235408b" /><Relationship Type="http://schemas.openxmlformats.org/officeDocument/2006/relationships/officeDocument" Target="/ppt/presentation.xml" Id="R7ee3d4e4cef34f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7ffcf4480f47b1"/>
  </p:sldMasterIdLst>
  <p:notesMasterIdLst>
    <p:notesMasterId xmlns:r="http://schemas.openxmlformats.org/officeDocument/2006/relationships" r:id="R8e7ae1bacc344c2f"/>
  </p:notesMasterIdLst>
  <p:sldIdLst>
    <p:sldId xmlns:r="http://schemas.openxmlformats.org/officeDocument/2006/relationships" id="256" r:id="R52c88fedaf634b4a"/>
    <p:sldId xmlns:r="http://schemas.openxmlformats.org/officeDocument/2006/relationships" id="257" r:id="Re6966d1415ef4d60"/>
    <p:sldId xmlns:r="http://schemas.openxmlformats.org/officeDocument/2006/relationships" id="258" r:id="R0db14f392c544dd8"/>
    <p:sldId xmlns:r="http://schemas.openxmlformats.org/officeDocument/2006/relationships" id="259" r:id="R0809d32d5e4a4f59"/>
    <p:sldId xmlns:r="http://schemas.openxmlformats.org/officeDocument/2006/relationships" id="260" r:id="Rbf5b69a2f0ed438b"/>
    <p:sldId xmlns:r="http://schemas.openxmlformats.org/officeDocument/2006/relationships" id="261" r:id="Rb02ae9cb7ddf45da"/>
    <p:sldId xmlns:r="http://schemas.openxmlformats.org/officeDocument/2006/relationships" id="262" r:id="Rf9f83d3ceca84a88"/>
    <p:sldId xmlns:r="http://schemas.openxmlformats.org/officeDocument/2006/relationships" id="263" r:id="R5d85203b5f804055"/>
    <p:sldId xmlns:r="http://schemas.openxmlformats.org/officeDocument/2006/relationships" id="264" r:id="Re5bd0a7df1ca462c"/>
    <p:sldId xmlns:r="http://schemas.openxmlformats.org/officeDocument/2006/relationships" id="265" r:id="R45fc72deca2e416f"/>
    <p:sldId xmlns:r="http://schemas.openxmlformats.org/officeDocument/2006/relationships" id="266" r:id="R6beab5524904403d"/>
    <p:sldId xmlns:r="http://schemas.openxmlformats.org/officeDocument/2006/relationships" id="267" r:id="R980c3ff328e24e44"/>
    <p:sldId xmlns:r="http://schemas.openxmlformats.org/officeDocument/2006/relationships" id="268" r:id="R250fcf8fdedd4d19"/>
    <p:sldId xmlns:r="http://schemas.openxmlformats.org/officeDocument/2006/relationships" id="269" r:id="R33bdfc1884ec4438"/>
    <p:sldId xmlns:r="http://schemas.openxmlformats.org/officeDocument/2006/relationships" id="270" r:id="R233364ad2697406e"/>
    <p:sldId xmlns:r="http://schemas.openxmlformats.org/officeDocument/2006/relationships" id="271" r:id="R67151be326594059"/>
    <p:sldId xmlns:r="http://schemas.openxmlformats.org/officeDocument/2006/relationships" id="272" r:id="R070207ba5f5c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237e7839549ad" /><Relationship Type="http://schemas.openxmlformats.org/officeDocument/2006/relationships/slideMaster" Target="/ppt/slideMasters/slideMaster1.xml" Id="Ra47ffcf4480f47b1" /><Relationship Type="http://schemas.openxmlformats.org/officeDocument/2006/relationships/notesMaster" Target="/ppt/notesMasters/notesMaster1.xml" Id="R8e7ae1bacc344c2f" /><Relationship Type="http://schemas.openxmlformats.org/officeDocument/2006/relationships/presProps" Target="/ppt/presProps.xml" Id="R0d696e315345432b" /><Relationship Type="http://schemas.openxmlformats.org/officeDocument/2006/relationships/tableStyles" Target="/ppt/tableStyles.xml" Id="R2b0ed907034e4c23" /><Relationship Type="http://schemas.openxmlformats.org/officeDocument/2006/relationships/slide" Target="/ppt/slides/slide1.xml" Id="R52c88fedaf634b4a" /><Relationship Type="http://schemas.openxmlformats.org/officeDocument/2006/relationships/slide" Target="/ppt/slides/slide2.xml" Id="Re6966d1415ef4d60" /><Relationship Type="http://schemas.openxmlformats.org/officeDocument/2006/relationships/slide" Target="/ppt/slides/slide3.xml" Id="R0db14f392c544dd8" /><Relationship Type="http://schemas.openxmlformats.org/officeDocument/2006/relationships/slide" Target="/ppt/slides/slide4.xml" Id="R0809d32d5e4a4f59" /><Relationship Type="http://schemas.openxmlformats.org/officeDocument/2006/relationships/slide" Target="/ppt/slides/slide5.xml" Id="Rbf5b69a2f0ed438b" /><Relationship Type="http://schemas.openxmlformats.org/officeDocument/2006/relationships/slide" Target="/ppt/slides/slide6.xml" Id="Rb02ae9cb7ddf45da" /><Relationship Type="http://schemas.openxmlformats.org/officeDocument/2006/relationships/slide" Target="/ppt/slides/slide7.xml" Id="Rf9f83d3ceca84a88" /><Relationship Type="http://schemas.openxmlformats.org/officeDocument/2006/relationships/slide" Target="/ppt/slides/slide8.xml" Id="R5d85203b5f804055" /><Relationship Type="http://schemas.openxmlformats.org/officeDocument/2006/relationships/slide" Target="/ppt/slides/slide9.xml" Id="Re5bd0a7df1ca462c" /><Relationship Type="http://schemas.openxmlformats.org/officeDocument/2006/relationships/slide" Target="/ppt/slides/slide10.xml" Id="R45fc72deca2e416f" /><Relationship Type="http://schemas.openxmlformats.org/officeDocument/2006/relationships/slide" Target="/ppt/slides/slide11.xml" Id="R6beab5524904403d" /><Relationship Type="http://schemas.openxmlformats.org/officeDocument/2006/relationships/slide" Target="/ppt/slides/slide12.xml" Id="R980c3ff328e24e44" /><Relationship Type="http://schemas.openxmlformats.org/officeDocument/2006/relationships/slide" Target="/ppt/slides/slide13.xml" Id="R250fcf8fdedd4d19" /><Relationship Type="http://schemas.openxmlformats.org/officeDocument/2006/relationships/slide" Target="/ppt/slides/slide14.xml" Id="R33bdfc1884ec4438" /><Relationship Type="http://schemas.openxmlformats.org/officeDocument/2006/relationships/slide" Target="/ppt/slides/slide15.xml" Id="R233364ad2697406e" /><Relationship Type="http://schemas.openxmlformats.org/officeDocument/2006/relationships/slide" Target="/ppt/slides/slide16.xml" Id="R67151be326594059" /><Relationship Type="http://schemas.openxmlformats.org/officeDocument/2006/relationships/slide" Target="/ppt/slides/slide17.xml" Id="R070207ba5f5c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d001da73d7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960a78e0fb4359" /><Relationship Type="http://schemas.openxmlformats.org/officeDocument/2006/relationships/notesMaster" Target="/ppt/notesMasters/notesMaster1.xml" Id="R46102455dd6f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26c4158ec94671" /><Relationship Type="http://schemas.openxmlformats.org/officeDocument/2006/relationships/notesMaster" Target="/ppt/notesMasters/notesMaster1.xml" Id="R276a126ad01642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400fe16a3e45bd" /><Relationship Type="http://schemas.openxmlformats.org/officeDocument/2006/relationships/notesMaster" Target="/ppt/notesMasters/notesMaster1.xml" Id="R00988a4c64ef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fd6f50875142aa" /><Relationship Type="http://schemas.openxmlformats.org/officeDocument/2006/relationships/notesMaster" Target="/ppt/notesMasters/notesMaster1.xml" Id="Rb71b8ec1c18040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86895dd94d4501" /><Relationship Type="http://schemas.openxmlformats.org/officeDocument/2006/relationships/notesMaster" Target="/ppt/notesMasters/notesMaster1.xml" Id="R2275f2d961264e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8dacfffeb04b1d" /><Relationship Type="http://schemas.openxmlformats.org/officeDocument/2006/relationships/notesMaster" Target="/ppt/notesMasters/notesMaster1.xml" Id="R467ba3a75b424f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7c3f512dd142cb" /><Relationship Type="http://schemas.openxmlformats.org/officeDocument/2006/relationships/notesMaster" Target="/ppt/notesMasters/notesMaster1.xml" Id="R553d671aaf6441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16614bc03d4780" /><Relationship Type="http://schemas.openxmlformats.org/officeDocument/2006/relationships/notesMaster" Target="/ppt/notesMasters/notesMaster1.xml" Id="R33dad1b5517b45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30606385df43a8" /><Relationship Type="http://schemas.openxmlformats.org/officeDocument/2006/relationships/notesMaster" Target="/ppt/notesMasters/notesMaster1.xml" Id="R0f76b938d82c43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d312adab1b4c95" /><Relationship Type="http://schemas.openxmlformats.org/officeDocument/2006/relationships/notesMaster" Target="/ppt/notesMasters/notesMaster1.xml" Id="R31d2ea7ad6dc42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94346346a54bff" /><Relationship Type="http://schemas.openxmlformats.org/officeDocument/2006/relationships/notesMaster" Target="/ppt/notesMasters/notesMaster1.xml" Id="R7de5279781a042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273318799a4e92" /><Relationship Type="http://schemas.openxmlformats.org/officeDocument/2006/relationships/notesMaster" Target="/ppt/notesMasters/notesMaster1.xml" Id="Rfb679950ba704c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8dcdf967c04092" /><Relationship Type="http://schemas.openxmlformats.org/officeDocument/2006/relationships/notesMaster" Target="/ppt/notesMasters/notesMaster1.xml" Id="R96200e4d55c548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f13c8d23c14852" /><Relationship Type="http://schemas.openxmlformats.org/officeDocument/2006/relationships/notesMaster" Target="/ppt/notesMasters/notesMaster1.xml" Id="R979d4e5284874d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221f64eb0a438c" /><Relationship Type="http://schemas.openxmlformats.org/officeDocument/2006/relationships/notesMaster" Target="/ppt/notesMasters/notesMaster1.xml" Id="Rbdbc4bb164fd4a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e7191f98404709" /><Relationship Type="http://schemas.openxmlformats.org/officeDocument/2006/relationships/notesMaster" Target="/ppt/notesMasters/notesMaster1.xml" Id="Rce79bf9c59c04b0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8325de85604a1e" /><Relationship Type="http://schemas.openxmlformats.org/officeDocument/2006/relationships/notesMaster" Target="/ppt/notesMasters/notesMaster1.xml" Id="Ra1b3580661b74b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C:\Users\eason1288\Documents\上課資料夾\紫微斗數課程\紫微斗數_第18堂_學生講義.docx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adf1fa854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01b174dab74211" /><Relationship Type="http://schemas.openxmlformats.org/officeDocument/2006/relationships/slideLayout" Target="/ppt/slideLayouts/slideLayout1.xml" Id="Rd746dcf0f08748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6dcf0f08748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1d8fead334110" /><Relationship Type="http://schemas.openxmlformats.org/officeDocument/2006/relationships/notesSlide" Target="/ppt/notesSlides/notesSlide1.xml" Id="R061675b589404e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f2ab5555d4e99" /><Relationship Type="http://schemas.openxmlformats.org/officeDocument/2006/relationships/notesSlide" Target="/ppt/notesSlides/notesSlide2.xml" Id="R8c4e95ecb06d4e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f5602627a46e3" /><Relationship Type="http://schemas.openxmlformats.org/officeDocument/2006/relationships/notesSlide" Target="/ppt/notesSlides/notesSlide3.xml" Id="R46b1ebe8b9de4c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2afad703b42ba" /><Relationship Type="http://schemas.openxmlformats.org/officeDocument/2006/relationships/notesSlide" Target="/ppt/notesSlides/notesSlide4.xml" Id="Rf55fa8ca955d43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812f975d1485e" /><Relationship Type="http://schemas.openxmlformats.org/officeDocument/2006/relationships/notesSlide" Target="/ppt/notesSlides/notesSlide5.xml" Id="R7d4376556a6a47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be03672cb4926" /><Relationship Type="http://schemas.openxmlformats.org/officeDocument/2006/relationships/notesSlide" Target="/ppt/notesSlides/notesSlide6.xml" Id="Rcab82eca7f6244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919ecf87284929" /><Relationship Type="http://schemas.openxmlformats.org/officeDocument/2006/relationships/notesSlide" Target="/ppt/notesSlides/notesSlide7.xml" Id="Rb00aad01329548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4b1a9d4104e80" /><Relationship Type="http://schemas.openxmlformats.org/officeDocument/2006/relationships/notesSlide" Target="/ppt/notesSlides/notesSlide8.xml" Id="Rf7811596af2a45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c1cca4f5b4dca" /><Relationship Type="http://schemas.openxmlformats.org/officeDocument/2006/relationships/notesSlide" Target="/ppt/notesSlides/notesSlide9.xml" Id="R15752b7650244b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73a51c9834c67" /><Relationship Type="http://schemas.openxmlformats.org/officeDocument/2006/relationships/notesSlide" Target="/ppt/notesSlides/notesSlide10.xml" Id="R3af33b69e68740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14f65781a4c94" /><Relationship Type="http://schemas.openxmlformats.org/officeDocument/2006/relationships/notesSlide" Target="/ppt/notesSlides/notesSlide11.xml" Id="Ra03aac73590c49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e39289c4c4503" /><Relationship Type="http://schemas.openxmlformats.org/officeDocument/2006/relationships/notesSlide" Target="/ppt/notesSlides/notesSlide12.xml" Id="R2c5817c0120d4b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70e7ff62b4d6e" /><Relationship Type="http://schemas.openxmlformats.org/officeDocument/2006/relationships/notesSlide" Target="/ppt/notesSlides/notesSlide13.xml" Id="R321985fa82374c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7d908fff64933" /><Relationship Type="http://schemas.openxmlformats.org/officeDocument/2006/relationships/notesSlide" Target="/ppt/notesSlides/notesSlide14.xml" Id="R48d02cc1ec1c41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83d0ae96e49e3" /><Relationship Type="http://schemas.openxmlformats.org/officeDocument/2006/relationships/notesSlide" Target="/ppt/notesSlides/notesSlide15.xml" Id="R3e518d7899a742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a1dd298bd479e" /><Relationship Type="http://schemas.openxmlformats.org/officeDocument/2006/relationships/notesSlide" Target="/ppt/notesSlides/notesSlide16.xml" Id="R006de98732dc46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adef5b5db4833" /><Relationship Type="http://schemas.openxmlformats.org/officeDocument/2006/relationships/notesSlide" Target="/ppt/notesSlides/notesSlide17.xml" Id="R1925fd89f7d34b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0263F-623A-43C6-AE3F-74820DF6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825AF-FDE9-4BCB-9E6B-8F7D494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805C4-481B-4F8C-9A01-F866C6F6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9259F-0F02-449B-82FB-DF40110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流年流月與應期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89888-791C-487F-8E21-BD85D708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第18堂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B994E-E155-4053-BB45-BDAEF332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壹、流年命宮與流月推法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◆ 一、流年命宮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A3EE3-C291-4239-BF57-1E0EAE2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242219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9EAE1-D74C-4E79-A5EB-71B626AA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6BE32-3253-4092-BD3A-5E8A97B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9C8DD-6511-4124-9A5E-64E64D86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掌握流年命宮的定法(流年地支入宮)。 2. 學會以流年斗君定流月,並推流月、流日、流時。 3. 理解流年四化如何引動本命與大限。 4. 掌握「三重逢合」——三盤四化交會定大事發生點。 5. 學會應期技巧,精準判斷「哪一年、哪一月」發生何事。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3E7B1-D56A-4F69-85DE-FB7DACEE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002</a:t>
            </a:r>
          </a:p>
        </p:txBody>
      </p:sp>
    </p:spTree>
    <p:extLst>
      <p:ext uri="{BB962C8B-B14F-4D97-AF65-F5344CB8AC3E}">
        <p14:creationId xmlns:p14="http://schemas.microsoft.com/office/powerpoint/2010/main" val="366659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77A9E-CF20-4CB7-A827-0B3F23B5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B20F8-28D3-4E7C-AD3F-7327F7CA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一、流年命宮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99A76-99A7-4BCE-ACCE-17C3CF3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B4616-6D60-4AF6-8E02-2BA4D136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7894C-26C3-4A43-BF62-46FCE95B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流年,以該年的地支定「流年命宮」——當年地支所在的那一宮,即為流年命宮(如今年為午年,午宮即流年命宮)。再以流年命宮為太極,重佈流年十二宮(流年財帛、流年夫妻⋯),論當年各領域的運勢。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76294-4F1E-4FFB-85D8-D2C8AA8C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003</a:t>
            </a:r>
          </a:p>
        </p:txBody>
      </p:sp>
    </p:spTree>
    <p:extLst>
      <p:ext uri="{BB962C8B-B14F-4D97-AF65-F5344CB8AC3E}">
        <p14:creationId xmlns:p14="http://schemas.microsoft.com/office/powerpoint/2010/main" val="1603178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4FE02-4B4D-47F8-9003-872F1608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D4127-1596-410D-87B5-EA031F93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二、斗君定流月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298A5-A23E-4AF9-A33C-0EA53C9C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9C3AB-93F6-4B7A-808D-98F688AA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3BC4E-76BA-4D0A-823C-8F47A67C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流月的起點,由「流年斗君」定出(斗君依生月、生時起於流年命宮系統推得)。斗君所在為流年的正月,再順數十二宮即為流月;每月一宮。流日、流時再依此逐層細推。層次為:大限(十年)→ 流年(一年)→ 流月(一月)→ 流日 → 流時,層層套疊、逐層收斂。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47544-B47E-4396-9183-FE4E273D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004</a:t>
            </a:r>
          </a:p>
        </p:txBody>
      </p:sp>
    </p:spTree>
    <p:extLst>
      <p:ext uri="{BB962C8B-B14F-4D97-AF65-F5344CB8AC3E}">
        <p14:creationId xmlns:p14="http://schemas.microsoft.com/office/powerpoint/2010/main" val="315753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30D3D-D64E-4731-9BED-55686D60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0B399-81BF-4727-B9E5-EF3A82A7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貳、流年四化引動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36D9D-820A-4FCB-A864-5EC33C32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8D673-B498-40F9-AA33-4EF973C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2BDED-05F8-4BC8-A530-39EC3097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與大限同理,流年也以「流年天干」飛出四化,引動本命與大限的十二宮: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流年化祿引動某宮→當年該領域有喜、有得(引動財宮主進財、引動官宮主升遷)。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流年化忌引動/沖某宮→當年該領域有變動、壓力或損耗(沖夫妻主感情波、沖疾厄主健康須注意)。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流年化權科→當年該領域掌權、得名、有貴人。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於是每一年,你有三套四化同時作用:本命(先天)、大限(這十年)、流年(這一年)。它們如何交會,決定當年的大小吉凶。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78128-C5A4-4E89-8C76-6F14B7E8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005</a:t>
            </a:r>
          </a:p>
        </p:txBody>
      </p:sp>
    </p:spTree>
    <p:extLst>
      <p:ext uri="{BB962C8B-B14F-4D97-AF65-F5344CB8AC3E}">
        <p14:creationId xmlns:p14="http://schemas.microsoft.com/office/powerpoint/2010/main" val="2131386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FFB26-49CC-47DF-9BE3-58BD030E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5211E-F772-4E15-8469-E81DA93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參、三重逢合 —— 大事的發生點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D75DB-D3AB-4BBA-B4D2-F919BACD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B839A-C990-4ABB-9F41-4E6F353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9115A-26F1-40D7-8E9C-679E6232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這是應期論斷的核心技術。當「本命、大限、流年」三盤的四化,同時在某一宮交會、疊加,那個領域當年必有大事發生: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A28D8-4754-4FBC-992F-7BEE6A8A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006</a:t>
            </a:r>
          </a:p>
        </p:txBody>
      </p:sp>
    </p:spTree>
    <p:extLst>
      <p:ext uri="{BB962C8B-B14F-4D97-AF65-F5344CB8AC3E}">
        <p14:creationId xmlns:p14="http://schemas.microsoft.com/office/powerpoint/2010/main" val="1481282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DE31A-328C-4346-945B-9E185AA4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AADB3-8832-4210-A097-513DED01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參、三重逢合 —— 大事的發生點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214D2-80D4-40DC-A771-252D000C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三重逢合法則 三祿會一宮:該領域當年大喜大得(結婚、生子、發財、升遷)。 三忌沖一宮:該領域當年大變大損(分離、破財、病災、是非)。 大事需三層俱足:本命有根(先天有此因)、大限引動(這十年成勢)、流年觸發(這一年點火),缺一則力弱。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383FB-AFC9-47FF-9512-C7E255B4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007</a:t>
            </a:r>
          </a:p>
        </p:txBody>
      </p:sp>
    </p:spTree>
    <p:extLst>
      <p:ext uri="{BB962C8B-B14F-4D97-AF65-F5344CB8AC3E}">
        <p14:creationId xmlns:p14="http://schemas.microsoft.com/office/powerpoint/2010/main" val="8729970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EDDB0-BE83-4C4A-82A1-3C74FEDC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58FB9-30B9-46B0-A2A9-E31C2396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參、三重逢合 —— 大事的發生點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907AE-AB98-4347-BA02-6AEBEBE5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C8C2F-9F5E-4B59-AF99-2B27B87A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652E2-CA42-4050-8154-338621C0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換言之:本命定「會不會發生這類事」,大限定「在哪十年醞釀」,流年定「哪一年爆發」。三盤四化重疊之處,就是關鍵之年。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ECCD8-9A39-4999-B9E8-DF6742D1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008</a:t>
            </a:r>
          </a:p>
        </p:txBody>
      </p:sp>
    </p:spTree>
    <p:extLst>
      <p:ext uri="{BB962C8B-B14F-4D97-AF65-F5344CB8AC3E}">
        <p14:creationId xmlns:p14="http://schemas.microsoft.com/office/powerpoint/2010/main" val="11946375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C2D52-4607-429D-B91C-93254D65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07226-2540-4410-8A56-46A9F337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肆、應期技巧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9FD35-C294-4CA5-BFB3-158D23DB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D81B3-6EBF-4E7D-9FD5-4C2E01D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C4896-E573-4272-B743-83BA184D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凶事應期 流年化忌沖某宮、雙忌夾、煞忌交會之年→該領域出事之年;再看流月化忌引動,收斂到「哪一月」。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吉事應期 流年化祿、祿權科會、祿馬引動、紅鸞天喜入流年命/夫妻→喜事之年(婚、子、財、升);再以流月收斂。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收斂到月 定出關鍵年後,以流月四化再走一次,找出該年中四化引動最烈的月份,即為事件最可能的月份。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C69D7-76B5-45AC-A332-ECD76AB2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009</a:t>
            </a:r>
          </a:p>
        </p:txBody>
      </p:sp>
    </p:spTree>
    <p:extLst>
      <p:ext uri="{BB962C8B-B14F-4D97-AF65-F5344CB8AC3E}">
        <p14:creationId xmlns:p14="http://schemas.microsoft.com/office/powerpoint/2010/main" val="14146471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7D5B2-3A29-4A0C-9DC5-F2E4D617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3213B-4D8D-43B8-B820-E6872D58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肆、應期技巧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4CD2C-2F2C-469A-B498-AD8E834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「應期」是命理師的試金石——能說中哪一年、甚至哪一個月,客戶才會真正信服。訣竅就在:三盤四化重疊之處,就是關鍵年。而且——能說中過去,才有資格談未來;論命前先用過去大事驗盤。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12FE2-65D7-40FF-9F75-F8757C46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010</a:t>
            </a:r>
          </a:p>
        </p:txBody>
      </p:sp>
    </p:spTree>
    <p:extLst>
      <p:ext uri="{BB962C8B-B14F-4D97-AF65-F5344CB8AC3E}">
        <p14:creationId xmlns:p14="http://schemas.microsoft.com/office/powerpoint/2010/main" val="85550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0D32C-EBE2-498C-8418-E28C9E0B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498AE-DA45-4C22-B398-F11C3263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伍、流年六大方向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C6F11-4B37-4DEA-9006-C9B9559B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97035-9454-4D61-8781-7989DFA9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67D87-416A-4D8C-A0A0-E011808B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論一個流年,依序掃六大方向,再收斂到重點: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EE567-6D6C-4466-B194-B0CF911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011</a:t>
            </a:r>
          </a:p>
        </p:txBody>
      </p:sp>
    </p:spTree>
    <p:extLst>
      <p:ext uri="{BB962C8B-B14F-4D97-AF65-F5344CB8AC3E}">
        <p14:creationId xmlns:p14="http://schemas.microsoft.com/office/powerpoint/2010/main" val="14216417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3C1FF-5C31-4A21-8793-8C47D8A9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37319-545B-41B8-8640-F7E7E06F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伍、流年六大方向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5FF6C-B608-49DC-93F5-0C8B7F68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8775"/>
                <a:gridCol w="5438775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方向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看哪裡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整體運勢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流年命宮及其三方四正、流年四化引動本命命宮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財運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流年財帛、田宅;流年祿忌引動財庫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感情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流年夫妻、桃花星;紅鸞天喜、流年忌沖夫妻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健康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流年疾厄;流年忌沖疾厄/命、煞忌交會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事業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流年官祿;流年祿權引動官宮、升遷文書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是非官非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流年忌、天刑、巨門化忌、羊陀交會之宮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0B745-6E4F-4C14-A5FE-3E9803A3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012</a:t>
            </a:r>
          </a:p>
        </p:txBody>
      </p:sp>
    </p:spTree>
    <p:extLst>
      <p:ext uri="{BB962C8B-B14F-4D97-AF65-F5344CB8AC3E}">
        <p14:creationId xmlns:p14="http://schemas.microsoft.com/office/powerpoint/2010/main" val="1236761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C17E8-C238-4AB9-9AC8-18E7C247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43112-1AC0-4E14-92C6-ED9AFAE8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43EFD-2D91-4574-9DA7-B480929C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A23EF-023B-436A-97E7-FB70375B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9BA4A-5AB2-44E6-8C05-45BB80B3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流年命宮如何定?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論流年時,有哪三套四化同時作用?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「三重逢合」是什麼?為何是大事發生點?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大事需哪三層俱足才會應驗?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如何把應期從「年」收斂到「月」?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574FD-38C5-4A8E-997F-0833B755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013</a:t>
            </a:r>
          </a:p>
        </p:txBody>
      </p:sp>
    </p:spTree>
    <p:extLst>
      <p:ext uri="{BB962C8B-B14F-4D97-AF65-F5344CB8AC3E}">
        <p14:creationId xmlns:p14="http://schemas.microsoft.com/office/powerpoint/2010/main" val="4960294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5379C-643F-4CBA-90CA-665EC6ED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9B0EE-F06D-481F-A9BE-63F6517F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BF1B6-8A53-4331-8AD5-A93337C9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95C61-0339-46BD-86A5-8575FAE0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E405F-3F8B-4B69-A174-1FE6848B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回推你自己過去一件大事:那年是哪三盤四化在何宮交會?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BDFF3-1129-4AD3-9118-0476B8BD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014</a:t>
            </a:r>
          </a:p>
        </p:txBody>
      </p:sp>
    </p:spTree>
    <p:extLst>
      <p:ext uri="{BB962C8B-B14F-4D97-AF65-F5344CB8AC3E}">
        <p14:creationId xmlns:p14="http://schemas.microsoft.com/office/powerpoint/2010/main" val="10616516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6C26A-F161-4A7D-A9CA-26C95B9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1E1AA-F9C6-4FE8-815D-23D4AB03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435F1-ED70-4B31-A298-94111F77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623DE-E39E-422A-B918-9B8FBB3F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8B697-24F8-4DFB-858A-E7E3AE79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回推自己過去三件重大事件的流年,驗證三盤四化如何在該年重疊引動。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推算自己明年的流年:六大方向各一句,並指出須留意的月份。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為一位家人推一個已發生的關鍵年,對照驗證。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9579A-C0E3-4889-88DE-4E1F450A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015</a:t>
            </a:r>
          </a:p>
        </p:txBody>
      </p:sp>
    </p:spTree>
    <p:extLst>
      <p:ext uri="{BB962C8B-B14F-4D97-AF65-F5344CB8AC3E}">
        <p14:creationId xmlns:p14="http://schemas.microsoft.com/office/powerpoint/2010/main" val="17476604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05C2-DFA1-4127-BA0E-65B5E6D4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C63445-A0B9-442D-9A86-EBA602DA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BCCAD-E452-47D5-8383-8191E79A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階段小結 · 下堂預告 至此第五階段完成——你已能推運限、抓應期。第十九堂進入第六階段:主題論斷實戰,把所學收攏成客戶最常問的成套看盤路徑。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86A65-CBD4-49C6-B8B5-E6187942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016</a:t>
            </a:r>
          </a:p>
        </p:txBody>
      </p:sp>
    </p:spTree>
    <p:extLst>
      <p:ext uri="{BB962C8B-B14F-4D97-AF65-F5344CB8AC3E}">
        <p14:creationId xmlns:p14="http://schemas.microsoft.com/office/powerpoint/2010/main" val="12973074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2E877-5540-4483-9F60-B687C5AE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D3163-4F12-4C0C-81CB-360D6857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AD3D81-C645-4504-AA82-65CA961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6A999-E1AC-4D18-B911-E96D0266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00751-6127-48FB-AC64-B0EA4210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CBDD4-9F2E-46C0-9A7A-AAC22C3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拾捌   017</a:t>
            </a:r>
          </a:p>
        </p:txBody>
      </p:sp>
    </p:spTree>
    <p:extLst>
      <p:ext uri="{BB962C8B-B14F-4D97-AF65-F5344CB8AC3E}">
        <p14:creationId xmlns:p14="http://schemas.microsoft.com/office/powerpoint/2010/main" val="1932640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2026-09-13T05:38:19.5790000Z</dcterms:created>
  <dcterms:modified xsi:type="dcterms:W3CDTF">2026-09-13T05:38:19.5790000Z</dcterms:modified>
</coreProperties>
</file>