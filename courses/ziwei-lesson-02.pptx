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c0380a6eee4893" /><Relationship Type="http://schemas.openxmlformats.org/officeDocument/2006/relationships/extended-properties" Target="/docProps/app.xml" Id="Rc445440291714020" /><Relationship Type="http://schemas.openxmlformats.org/officeDocument/2006/relationships/officeDocument" Target="/ppt/presentation.xml" Id="Rbe5c5a06687141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f914d4dc504072"/>
  </p:sldMasterIdLst>
  <p:notesMasterIdLst>
    <p:notesMasterId xmlns:r="http://schemas.openxmlformats.org/officeDocument/2006/relationships" r:id="Rf9c2b21017084c3c"/>
  </p:notesMasterIdLst>
  <p:sldIdLst>
    <p:sldId xmlns:r="http://schemas.openxmlformats.org/officeDocument/2006/relationships" id="256" r:id="R4fadcd91befc488d"/>
    <p:sldId xmlns:r="http://schemas.openxmlformats.org/officeDocument/2006/relationships" id="257" r:id="Rd8aa7c2a042b4784"/>
    <p:sldId xmlns:r="http://schemas.openxmlformats.org/officeDocument/2006/relationships" id="258" r:id="Rb7dc865690ff4cc7"/>
    <p:sldId xmlns:r="http://schemas.openxmlformats.org/officeDocument/2006/relationships" id="259" r:id="Rba8cb0f7a8a7472b"/>
    <p:sldId xmlns:r="http://schemas.openxmlformats.org/officeDocument/2006/relationships" id="260" r:id="Re2851d27664c4ee6"/>
    <p:sldId xmlns:r="http://schemas.openxmlformats.org/officeDocument/2006/relationships" id="261" r:id="R21b16c6fcf4f49df"/>
    <p:sldId xmlns:r="http://schemas.openxmlformats.org/officeDocument/2006/relationships" id="262" r:id="R87f2fb795fde4074"/>
    <p:sldId xmlns:r="http://schemas.openxmlformats.org/officeDocument/2006/relationships" id="263" r:id="R6afd7b33fe9a4328"/>
    <p:sldId xmlns:r="http://schemas.openxmlformats.org/officeDocument/2006/relationships" id="264" r:id="R013d4582adec440a"/>
    <p:sldId xmlns:r="http://schemas.openxmlformats.org/officeDocument/2006/relationships" id="265" r:id="R0344875d683a4151"/>
    <p:sldId xmlns:r="http://schemas.openxmlformats.org/officeDocument/2006/relationships" id="266" r:id="R641fb4b29d854549"/>
    <p:sldId xmlns:r="http://schemas.openxmlformats.org/officeDocument/2006/relationships" id="267" r:id="Rd3f57659371e41b6"/>
    <p:sldId xmlns:r="http://schemas.openxmlformats.org/officeDocument/2006/relationships" id="268" r:id="Ra3d6a0064cd5407c"/>
    <p:sldId xmlns:r="http://schemas.openxmlformats.org/officeDocument/2006/relationships" id="269" r:id="R86a5b75f02214153"/>
    <p:sldId xmlns:r="http://schemas.openxmlformats.org/officeDocument/2006/relationships" id="270" r:id="Rd60ee1f99c204aec"/>
    <p:sldId xmlns:r="http://schemas.openxmlformats.org/officeDocument/2006/relationships" id="271" r:id="R7bc21368553f49bc"/>
    <p:sldId xmlns:r="http://schemas.openxmlformats.org/officeDocument/2006/relationships" id="272" r:id="R42ec7fc3a9924e2d"/>
    <p:sldId xmlns:r="http://schemas.openxmlformats.org/officeDocument/2006/relationships" id="273" r:id="R853c1204bd3a4ca6"/>
    <p:sldId xmlns:r="http://schemas.openxmlformats.org/officeDocument/2006/relationships" id="274" r:id="R724b56f546a24432"/>
    <p:sldId xmlns:r="http://schemas.openxmlformats.org/officeDocument/2006/relationships" id="275" r:id="R336e0076f74d453a"/>
    <p:sldId xmlns:r="http://schemas.openxmlformats.org/officeDocument/2006/relationships" id="276" r:id="R53b647b6482e40fa"/>
    <p:sldId xmlns:r="http://schemas.openxmlformats.org/officeDocument/2006/relationships" id="277" r:id="R3e6eb3fc31414308"/>
    <p:sldId xmlns:r="http://schemas.openxmlformats.org/officeDocument/2006/relationships" id="278" r:id="R59ddce612b1f4381"/>
    <p:sldId xmlns:r="http://schemas.openxmlformats.org/officeDocument/2006/relationships" id="279" r:id="R673768d4fd4e4eae"/>
    <p:sldId xmlns:r="http://schemas.openxmlformats.org/officeDocument/2006/relationships" id="280" r:id="R6ba79e03932844eb"/>
    <p:sldId xmlns:r="http://schemas.openxmlformats.org/officeDocument/2006/relationships" id="281" r:id="R80620e3783864fa8"/>
    <p:sldId xmlns:r="http://schemas.openxmlformats.org/officeDocument/2006/relationships" id="282" r:id="Rc0d1edbe4d8646b3"/>
    <p:sldId xmlns:r="http://schemas.openxmlformats.org/officeDocument/2006/relationships" id="283" r:id="R75177d6d542b43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51e04cb2c74a3a" /><Relationship Type="http://schemas.openxmlformats.org/officeDocument/2006/relationships/slideMaster" Target="/ppt/slideMasters/slideMaster1.xml" Id="Rf4f914d4dc504072" /><Relationship Type="http://schemas.openxmlformats.org/officeDocument/2006/relationships/notesMaster" Target="/ppt/notesMasters/notesMaster1.xml" Id="Rf9c2b21017084c3c" /><Relationship Type="http://schemas.openxmlformats.org/officeDocument/2006/relationships/presProps" Target="/ppt/presProps.xml" Id="R995494f8e3e14ddd" /><Relationship Type="http://schemas.openxmlformats.org/officeDocument/2006/relationships/tableStyles" Target="/ppt/tableStyles.xml" Id="Rf08195e91bf44676" /><Relationship Type="http://schemas.openxmlformats.org/officeDocument/2006/relationships/slide" Target="/ppt/slides/slide1.xml" Id="R4fadcd91befc488d" /><Relationship Type="http://schemas.openxmlformats.org/officeDocument/2006/relationships/slide" Target="/ppt/slides/slide2.xml" Id="Rd8aa7c2a042b4784" /><Relationship Type="http://schemas.openxmlformats.org/officeDocument/2006/relationships/slide" Target="/ppt/slides/slide3.xml" Id="Rb7dc865690ff4cc7" /><Relationship Type="http://schemas.openxmlformats.org/officeDocument/2006/relationships/slide" Target="/ppt/slides/slide4.xml" Id="Rba8cb0f7a8a7472b" /><Relationship Type="http://schemas.openxmlformats.org/officeDocument/2006/relationships/slide" Target="/ppt/slides/slide5.xml" Id="Re2851d27664c4ee6" /><Relationship Type="http://schemas.openxmlformats.org/officeDocument/2006/relationships/slide" Target="/ppt/slides/slide6.xml" Id="R21b16c6fcf4f49df" /><Relationship Type="http://schemas.openxmlformats.org/officeDocument/2006/relationships/slide" Target="/ppt/slides/slide7.xml" Id="R87f2fb795fde4074" /><Relationship Type="http://schemas.openxmlformats.org/officeDocument/2006/relationships/slide" Target="/ppt/slides/slide8.xml" Id="R6afd7b33fe9a4328" /><Relationship Type="http://schemas.openxmlformats.org/officeDocument/2006/relationships/slide" Target="/ppt/slides/slide9.xml" Id="R013d4582adec440a" /><Relationship Type="http://schemas.openxmlformats.org/officeDocument/2006/relationships/slide" Target="/ppt/slides/slide10.xml" Id="R0344875d683a4151" /><Relationship Type="http://schemas.openxmlformats.org/officeDocument/2006/relationships/slide" Target="/ppt/slides/slide11.xml" Id="R641fb4b29d854549" /><Relationship Type="http://schemas.openxmlformats.org/officeDocument/2006/relationships/slide" Target="/ppt/slides/slide12.xml" Id="Rd3f57659371e41b6" /><Relationship Type="http://schemas.openxmlformats.org/officeDocument/2006/relationships/slide" Target="/ppt/slides/slide13.xml" Id="Ra3d6a0064cd5407c" /><Relationship Type="http://schemas.openxmlformats.org/officeDocument/2006/relationships/slide" Target="/ppt/slides/slide14.xml" Id="R86a5b75f02214153" /><Relationship Type="http://schemas.openxmlformats.org/officeDocument/2006/relationships/slide" Target="/ppt/slides/slide15.xml" Id="Rd60ee1f99c204aec" /><Relationship Type="http://schemas.openxmlformats.org/officeDocument/2006/relationships/slide" Target="/ppt/slides/slide16.xml" Id="R7bc21368553f49bc" /><Relationship Type="http://schemas.openxmlformats.org/officeDocument/2006/relationships/slide" Target="/ppt/slides/slide17.xml" Id="R42ec7fc3a9924e2d" /><Relationship Type="http://schemas.openxmlformats.org/officeDocument/2006/relationships/slide" Target="/ppt/slides/slide18.xml" Id="R853c1204bd3a4ca6" /><Relationship Type="http://schemas.openxmlformats.org/officeDocument/2006/relationships/slide" Target="/ppt/slides/slide19.xml" Id="R724b56f546a24432" /><Relationship Type="http://schemas.openxmlformats.org/officeDocument/2006/relationships/slide" Target="/ppt/slides/slide20.xml" Id="R336e0076f74d453a" /><Relationship Type="http://schemas.openxmlformats.org/officeDocument/2006/relationships/slide" Target="/ppt/slides/slide21.xml" Id="R53b647b6482e40fa" /><Relationship Type="http://schemas.openxmlformats.org/officeDocument/2006/relationships/slide" Target="/ppt/slides/slide22.xml" Id="R3e6eb3fc31414308" /><Relationship Type="http://schemas.openxmlformats.org/officeDocument/2006/relationships/slide" Target="/ppt/slides/slide23.xml" Id="R59ddce612b1f4381" /><Relationship Type="http://schemas.openxmlformats.org/officeDocument/2006/relationships/slide" Target="/ppt/slides/slide24.xml" Id="R673768d4fd4e4eae" /><Relationship Type="http://schemas.openxmlformats.org/officeDocument/2006/relationships/slide" Target="/ppt/slides/slide25.xml" Id="R6ba79e03932844eb" /><Relationship Type="http://schemas.openxmlformats.org/officeDocument/2006/relationships/slide" Target="/ppt/slides/slide26.xml" Id="R80620e3783864fa8" /><Relationship Type="http://schemas.openxmlformats.org/officeDocument/2006/relationships/slide" Target="/ppt/slides/slide27.xml" Id="Rc0d1edbe4d8646b3" /><Relationship Type="http://schemas.openxmlformats.org/officeDocument/2006/relationships/slide" Target="/ppt/slides/slide28.xml" Id="R75177d6d542b43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6eed64a05c4f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9d13e37d2548f2" /><Relationship Type="http://schemas.openxmlformats.org/officeDocument/2006/relationships/notesMaster" Target="/ppt/notesMasters/notesMaster1.xml" Id="R539af60a25d44f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6b465a5434484d" /><Relationship Type="http://schemas.openxmlformats.org/officeDocument/2006/relationships/notesMaster" Target="/ppt/notesMasters/notesMaster1.xml" Id="Ra9405edbbb984f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7b3a33b7fd4753" /><Relationship Type="http://schemas.openxmlformats.org/officeDocument/2006/relationships/notesMaster" Target="/ppt/notesMasters/notesMaster1.xml" Id="R256418b9e74746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2b735d789d4712" /><Relationship Type="http://schemas.openxmlformats.org/officeDocument/2006/relationships/notesMaster" Target="/ppt/notesMasters/notesMaster1.xml" Id="Rb74fedcece3148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e5d9a0c7ee4db3" /><Relationship Type="http://schemas.openxmlformats.org/officeDocument/2006/relationships/notesMaster" Target="/ppt/notesMasters/notesMaster1.xml" Id="R14b6878e94f94f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13de9690684d90" /><Relationship Type="http://schemas.openxmlformats.org/officeDocument/2006/relationships/notesMaster" Target="/ppt/notesMasters/notesMaster1.xml" Id="R8e1897b5d78c4f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962098b8bf443c" /><Relationship Type="http://schemas.openxmlformats.org/officeDocument/2006/relationships/notesMaster" Target="/ppt/notesMasters/notesMaster1.xml" Id="Rf09df22df63540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3503fcd6194c63" /><Relationship Type="http://schemas.openxmlformats.org/officeDocument/2006/relationships/notesMaster" Target="/ppt/notesMasters/notesMaster1.xml" Id="R084b253c6a6649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8b555817e544d7" /><Relationship Type="http://schemas.openxmlformats.org/officeDocument/2006/relationships/notesMaster" Target="/ppt/notesMasters/notesMaster1.xml" Id="Rdfbb356aa85840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ec00a4686c463e" /><Relationship Type="http://schemas.openxmlformats.org/officeDocument/2006/relationships/notesMaster" Target="/ppt/notesMasters/notesMaster1.xml" Id="R4811e5ea85b444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ccd5b7be2f4de1" /><Relationship Type="http://schemas.openxmlformats.org/officeDocument/2006/relationships/notesMaster" Target="/ppt/notesMasters/notesMaster1.xml" Id="R2e504b2621984b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155a78197a4994" /><Relationship Type="http://schemas.openxmlformats.org/officeDocument/2006/relationships/notesMaster" Target="/ppt/notesMasters/notesMaster1.xml" Id="R40339118a1ec494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0d7021b00de406f" /><Relationship Type="http://schemas.openxmlformats.org/officeDocument/2006/relationships/notesMaster" Target="/ppt/notesMasters/notesMaster1.xml" Id="R7ae88085662143d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b64282391c4109" /><Relationship Type="http://schemas.openxmlformats.org/officeDocument/2006/relationships/notesMaster" Target="/ppt/notesMasters/notesMaster1.xml" Id="R70182c7a91ac49e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05785ca967748cd" /><Relationship Type="http://schemas.openxmlformats.org/officeDocument/2006/relationships/notesMaster" Target="/ppt/notesMasters/notesMaster1.xml" Id="Rbc0557ef4a94466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7c7953c7894882" /><Relationship Type="http://schemas.openxmlformats.org/officeDocument/2006/relationships/notesMaster" Target="/ppt/notesMasters/notesMaster1.xml" Id="R35d129812058489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1d4a23f3784465b" /><Relationship Type="http://schemas.openxmlformats.org/officeDocument/2006/relationships/notesMaster" Target="/ppt/notesMasters/notesMaster1.xml" Id="R6be63ee387694b0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c575bf4153a42f0" /><Relationship Type="http://schemas.openxmlformats.org/officeDocument/2006/relationships/notesMaster" Target="/ppt/notesMasters/notesMaster1.xml" Id="R28eb20ecd088495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d8aec123d29491a" /><Relationship Type="http://schemas.openxmlformats.org/officeDocument/2006/relationships/notesMaster" Target="/ppt/notesMasters/notesMaster1.xml" Id="R61bd246518a541b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70abfa72ab64e3c" /><Relationship Type="http://schemas.openxmlformats.org/officeDocument/2006/relationships/notesMaster" Target="/ppt/notesMasters/notesMaster1.xml" Id="Red4c556a825e4cc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463317644144995" /><Relationship Type="http://schemas.openxmlformats.org/officeDocument/2006/relationships/notesMaster" Target="/ppt/notesMasters/notesMaster1.xml" Id="R4f5c44cec3af4a8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381db520e404af9" /><Relationship Type="http://schemas.openxmlformats.org/officeDocument/2006/relationships/notesMaster" Target="/ppt/notesMasters/notesMaster1.xml" Id="R6e63eb5bb22047e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daba8b997854793" /><Relationship Type="http://schemas.openxmlformats.org/officeDocument/2006/relationships/notesMaster" Target="/ppt/notesMasters/notesMaster1.xml" Id="Rc8d19ddb5edc459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d91803d311e4a7b" /><Relationship Type="http://schemas.openxmlformats.org/officeDocument/2006/relationships/notesMaster" Target="/ppt/notesMasters/notesMaster1.xml" Id="R9216305dc95d4f2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22c92332d494f16" /><Relationship Type="http://schemas.openxmlformats.org/officeDocument/2006/relationships/notesMaster" Target="/ppt/notesMasters/notesMaster1.xml" Id="Rc36886132a744c8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964742b2b3d41d6" /><Relationship Type="http://schemas.openxmlformats.org/officeDocument/2006/relationships/notesMaster" Target="/ppt/notesMasters/notesMaster1.xml" Id="R5511d46345a84df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1dec1b658f14856" /><Relationship Type="http://schemas.openxmlformats.org/officeDocument/2006/relationships/notesMaster" Target="/ppt/notesMasters/notesMaster1.xml" Id="R93a3f281765a47f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6a573dd73f340b6" /><Relationship Type="http://schemas.openxmlformats.org/officeDocument/2006/relationships/notesMaster" Target="/ppt/notesMasters/notesMaster1.xml" Id="Ra8680eca624a4f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C:\Users\eason1288\Documents\上課資料夾\紫微斗數課程\紫微斗數_第2堂_學生講義.docx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e3e6b9a38640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c7c440918d49d8" /><Relationship Type="http://schemas.openxmlformats.org/officeDocument/2006/relationships/slideLayout" Target="/ppt/slideLayouts/slideLayout1.xml" Id="R01a36bfd35bd44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a36bfd35bd44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d0b69454348f6" /><Relationship Type="http://schemas.openxmlformats.org/officeDocument/2006/relationships/notesSlide" Target="/ppt/notesSlides/notesSlide1.xml" Id="Rd6ebf7a7ab2743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983f4f6524461" /><Relationship Type="http://schemas.openxmlformats.org/officeDocument/2006/relationships/notesSlide" Target="/ppt/notesSlides/notesSlide2.xml" Id="R17118a68ce4247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a28169f5345fa" /><Relationship Type="http://schemas.openxmlformats.org/officeDocument/2006/relationships/notesSlide" Target="/ppt/notesSlides/notesSlide3.xml" Id="R8ecfd90220c542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b7246c3fe4854" /><Relationship Type="http://schemas.openxmlformats.org/officeDocument/2006/relationships/notesSlide" Target="/ppt/notesSlides/notesSlide4.xml" Id="R6ce92c1de7f34e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9bd7600834f70" /><Relationship Type="http://schemas.openxmlformats.org/officeDocument/2006/relationships/notesSlide" Target="/ppt/notesSlides/notesSlide5.xml" Id="R52fb16d592d04c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8c40f086d4df4" /><Relationship Type="http://schemas.openxmlformats.org/officeDocument/2006/relationships/notesSlide" Target="/ppt/notesSlides/notesSlide6.xml" Id="Rae1a69efcb2242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28b3073664481" /><Relationship Type="http://schemas.openxmlformats.org/officeDocument/2006/relationships/notesSlide" Target="/ppt/notesSlides/notesSlide7.xml" Id="Rbd975ece6b904a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863f4bcff44f0" /><Relationship Type="http://schemas.openxmlformats.org/officeDocument/2006/relationships/notesSlide" Target="/ppt/notesSlides/notesSlide8.xml" Id="R03a4987ad9984b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4dc05d9314a49" /><Relationship Type="http://schemas.openxmlformats.org/officeDocument/2006/relationships/notesSlide" Target="/ppt/notesSlides/notesSlide9.xml" Id="Ra8d2c60150e44e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6e2ff9c31464a" /><Relationship Type="http://schemas.openxmlformats.org/officeDocument/2006/relationships/notesSlide" Target="/ppt/notesSlides/notesSlide10.xml" Id="R0e0dccb449684d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49493acc347aa" /><Relationship Type="http://schemas.openxmlformats.org/officeDocument/2006/relationships/notesSlide" Target="/ppt/notesSlides/notesSlide11.xml" Id="R0dfb2393739642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d347f63374df8" /><Relationship Type="http://schemas.openxmlformats.org/officeDocument/2006/relationships/notesSlide" Target="/ppt/notesSlides/notesSlide12.xml" Id="R73420ec30f094e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7fe9ce3f245a8" /><Relationship Type="http://schemas.openxmlformats.org/officeDocument/2006/relationships/notesSlide" Target="/ppt/notesSlides/notesSlide13.xml" Id="Rb8ad7540dcb1435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2da8af6074ee6" /><Relationship Type="http://schemas.openxmlformats.org/officeDocument/2006/relationships/notesSlide" Target="/ppt/notesSlides/notesSlide14.xml" Id="R2f7a76bc36ae451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d1a1a455e4925" /><Relationship Type="http://schemas.openxmlformats.org/officeDocument/2006/relationships/notesSlide" Target="/ppt/notesSlides/notesSlide15.xml" Id="R25fa3c85d9e6465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82b97822c4721" /><Relationship Type="http://schemas.openxmlformats.org/officeDocument/2006/relationships/notesSlide" Target="/ppt/notesSlides/notesSlide16.xml" Id="R13a643a71abb488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b43abfa1e45cb" /><Relationship Type="http://schemas.openxmlformats.org/officeDocument/2006/relationships/notesSlide" Target="/ppt/notesSlides/notesSlide17.xml" Id="R5d7947d066fb4aa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05460bb7b40d4" /><Relationship Type="http://schemas.openxmlformats.org/officeDocument/2006/relationships/notesSlide" Target="/ppt/notesSlides/notesSlide18.xml" Id="R58dbc287e3b3472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0d59f8eb74ee5" /><Relationship Type="http://schemas.openxmlformats.org/officeDocument/2006/relationships/notesSlide" Target="/ppt/notesSlides/notesSlide19.xml" Id="Rac0e713f25034c8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3aa301a304969" /><Relationship Type="http://schemas.openxmlformats.org/officeDocument/2006/relationships/notesSlide" Target="/ppt/notesSlides/notesSlide20.xml" Id="R491c914a6d3f43b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7c43b782547b6" /><Relationship Type="http://schemas.openxmlformats.org/officeDocument/2006/relationships/notesSlide" Target="/ppt/notesSlides/notesSlide21.xml" Id="R6431b847c5224e3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5a5db79cc48c2" /><Relationship Type="http://schemas.openxmlformats.org/officeDocument/2006/relationships/notesSlide" Target="/ppt/notesSlides/notesSlide22.xml" Id="Rc1f68b5276b24e4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b40e0d45e4010" /><Relationship Type="http://schemas.openxmlformats.org/officeDocument/2006/relationships/notesSlide" Target="/ppt/notesSlides/notesSlide23.xml" Id="Rf6bd24b4a5234dd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206dfb81f434c" /><Relationship Type="http://schemas.openxmlformats.org/officeDocument/2006/relationships/notesSlide" Target="/ppt/notesSlides/notesSlide24.xml" Id="R33f3754d50f9499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73fec4c224c77" /><Relationship Type="http://schemas.openxmlformats.org/officeDocument/2006/relationships/notesSlide" Target="/ppt/notesSlides/notesSlide25.xml" Id="Re0ba44df1af7408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3055f83f5473f" /><Relationship Type="http://schemas.openxmlformats.org/officeDocument/2006/relationships/notesSlide" Target="/ppt/notesSlides/notesSlide26.xml" Id="R5abfb61dcd3644b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45bec06c14bf5" /><Relationship Type="http://schemas.openxmlformats.org/officeDocument/2006/relationships/notesSlide" Target="/ppt/notesSlides/notesSlide27.xml" Id="R187668e54b044d8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a8dd272e244fc" /><Relationship Type="http://schemas.openxmlformats.org/officeDocument/2006/relationships/notesSlide" Target="/ppt/notesSlides/notesSlide28.xml" Id="Re7e49ed1ae6744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C0A55-9F99-4AFA-BB0A-51FC83D1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85900"/>
            <a:ext cx="1295400" cy="1295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8EAA4-B8F2-4C20-85CE-B2890938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097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6E08B-B49A-44A4-B00C-18E3C957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0668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Z I   W E I   D O U   S H U ·  STUDENT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53323-8AEC-4F60-86E6-1F11A4CA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命盤結構總覽 · 十二宮與宮位義理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376A1-F897-43B5-BE6D-E7BCF4C2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rPr>
              <a:t>第2堂 · 學生版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A96D4-A3FC-4784-97CA-18254117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52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學 生 版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時數 3 小時 | 三合為體，飛星為用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壹、命盤是一張什麼樣的圖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◆ 一、命盤的組成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13AA5-42D8-4958-B21C-62731E13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62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保留學生講義原文與表格內容</a:t>
            </a:r>
          </a:p>
        </p:txBody>
      </p:sp>
    </p:spTree>
    <p:extLst>
      <p:ext uri="{BB962C8B-B14F-4D97-AF65-F5344CB8AC3E}">
        <p14:creationId xmlns:p14="http://schemas.microsoft.com/office/powerpoint/2010/main" val="8202205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96EB9-3E92-4FEC-A586-5B5BE670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B0239-07D8-44DD-AEC8-7CA5D61C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講義表格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B7E41-DC24-4AC8-A979-A119633A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本堂學習目標 1. 看懂一張命盤的骨架——十二宮如何排列、如何閱讀。 2. 熟記十二宮各自所主的人事,建立「一宮多義」的觀念。 3. 分清命宮與身宮,理解命主、身主星的意義。 4. 掌握「我宮/他宮」「六親宮」與宮宮相對的關係。 5. 學會以五虎遁排出十二宮的宮干,為日後飛星四化奠基。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B6378-9211-413E-92AD-082F3D27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   002</a:t>
            </a:r>
          </a:p>
        </p:txBody>
      </p:sp>
    </p:spTree>
    <p:extLst>
      <p:ext uri="{BB962C8B-B14F-4D97-AF65-F5344CB8AC3E}">
        <p14:creationId xmlns:p14="http://schemas.microsoft.com/office/powerpoint/2010/main" val="473217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8EC21-A641-49CE-9DC2-A0F385B8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FD526-AC49-4086-9B47-7911C99E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一、命盤的組成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46B7B-C34B-43D4-9CF2-D439ABAD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C5057-8DE2-4590-A81A-73AA0502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F96A6-79ED-4C44-82D5-4D633870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張紫微斗數命盤,外觀是一個「回」字形:外圈十二格,對應十二地支(子丑寅卯⋯),每一格就是一個「宮」;中央一塊,填寫命主的基本資料(國曆與農曆生辰、性別、五行局、命主身主星、生年四化等)。星曜則依規則分佈於外圈十二宮之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看盤的第一步,是先認得這十二格「舞台」分別代表人生的哪個領域,再看每個舞台上站了哪些「演員」(星曜)。這一堂只專心把十二座舞台認熟——星曜要到第三堂排盤、第四堂認星才正式登場。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39BBA-348A-4F40-8153-1CE6FFB4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   003</a:t>
            </a:r>
          </a:p>
        </p:txBody>
      </p:sp>
    </p:spTree>
    <p:extLst>
      <p:ext uri="{BB962C8B-B14F-4D97-AF65-F5344CB8AC3E}">
        <p14:creationId xmlns:p14="http://schemas.microsoft.com/office/powerpoint/2010/main" val="19316307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561D6-AB03-4354-8D74-BBFA6ED5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63304-2E3B-4AED-963A-7FB1462D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二、宮位的排列與地支盤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156C5-133A-4857-AB16-41BD5D98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47091-C5C4-4B7F-9A91-1C5785FA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F8CC7-465B-4E91-8BD3-581D61BD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十二宮的「位置」是固定跟著地支走的:地支盤永遠是子在正下偏、順時針排布(實務命盤多以固定十二格印好地支),而「命宮」落在哪一格,則因人而異——由生月與生時推定。命宮定了,其餘十一宮便依固定次序逆佈周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十二宮的固定次序(從命宮起,逆時針方向)為:命宮 → 兄弟 → 夫妻 → 子女 → 財帛 → 疾厄 → 遷移 → 交友(僕役) → 官祿(事業) → 田宅 → 福德 → 父母。這個次序必須背到反射,日後所有論斷都靠它定位。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29D21-6A7E-4666-A818-68C80845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   004</a:t>
            </a:r>
          </a:p>
        </p:txBody>
      </p:sp>
    </p:spTree>
    <p:extLst>
      <p:ext uri="{BB962C8B-B14F-4D97-AF65-F5344CB8AC3E}">
        <p14:creationId xmlns:p14="http://schemas.microsoft.com/office/powerpoint/2010/main" val="10150926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327C3-5A33-408D-BFF3-2BC23AB7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81F3C-AEB2-4DC5-9B11-F668CCF4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貳、十二宮各主何事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6F3B0-10AF-44AD-8645-62E8347A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F968F-C2A2-4EC5-8BB5-A59B44B0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F486A-7BD2-4290-9AF4-774A44BA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以下逐宮說明其所主。請特別注意粗體標出的「兼主」——這就是斗數最重要的「一宮多義」,第參節會專講。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7A941-A22F-4040-97BD-2DB3C305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   005</a:t>
            </a:r>
          </a:p>
        </p:txBody>
      </p:sp>
    </p:spTree>
    <p:extLst>
      <p:ext uri="{BB962C8B-B14F-4D97-AF65-F5344CB8AC3E}">
        <p14:creationId xmlns:p14="http://schemas.microsoft.com/office/powerpoint/2010/main" val="12422100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8B5E2-9061-4A02-8781-56B8C7D8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EF7EE-56B2-49C7-977B-47CB7E85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貳、十二宮各主何事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6FD77-C489-4E27-AB50-53C42E16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5850"/>
                <a:gridCol w="3625850"/>
                <a:gridCol w="3625850"/>
              </a:tblGrid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宮位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主要所主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兼主 / 延伸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命宮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一生總綱、性格、才華、格局高低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人生的核心、與身宮合參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兄弟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兄弟姊妹、手足緣分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母親、現金流、事業體質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夫妻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配偶特質、感情與婚姻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異性緣、婚姻遲早、正副桃花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子女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子女緣、教養、數量傾向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性生活、合夥、意外(桃花)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財帛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求財方式、財源、金錢觀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現金收支、與人金錢往來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疾厄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體質、易患部位、健康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意外、脾氣情緒、身體先天弱點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遷移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出外際遇、社會地位、驛馬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外在表現、與命宮相對照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3EDF3-2D64-4E94-B5ED-DE07E780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   006</a:t>
            </a:r>
          </a:p>
        </p:txBody>
      </p:sp>
    </p:spTree>
    <p:extLst>
      <p:ext uri="{BB962C8B-B14F-4D97-AF65-F5344CB8AC3E}">
        <p14:creationId xmlns:p14="http://schemas.microsoft.com/office/powerpoint/2010/main" val="6692317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4B51A-CE4A-432C-876A-10553E30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DC724-684A-4EEE-B4C4-4E25D191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貳、十二宮各主何事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20F63-DCCC-45DC-B8CC-0EE1436E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5850"/>
                <a:gridCol w="3625850"/>
                <a:gridCol w="3625850"/>
              </a:tblGrid>
              <a:tr h="89916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交友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朋友部屬、貴人小人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競爭對手、合夥、人際助力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89916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官祿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事業、工作型態、成就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功名、考運、與命財成財官格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89916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田宅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不動產、家運、財庫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居住環境、公司行號、家族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89916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福德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福分、興趣、精神享受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壽元、果報、理財觀、心性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89916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父母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父母、長上、公家機關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文書、相貌、遺傳、學業師長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6AFE1-5E02-4C61-9B6C-644D842C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   007</a:t>
            </a:r>
          </a:p>
        </p:txBody>
      </p:sp>
    </p:spTree>
    <p:extLst>
      <p:ext uri="{BB962C8B-B14F-4D97-AF65-F5344CB8AC3E}">
        <p14:creationId xmlns:p14="http://schemas.microsoft.com/office/powerpoint/2010/main" val="9489729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7B6B1-3958-4C32-BAC2-74B7BF47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F5B84-6FF2-4D5C-8749-D2B69B6A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六親宮與事宮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FEB97-6072-422B-9B00-B17FFF1A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63BDB-1051-4988-93E9-6D943F8D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EFA18-759C-4F59-9AA3-3801A087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六親宮(論人):命、兄弟、夫妻、子女、交友、父母——這六宮論的是「人」與緣分。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事宮(論事):財帛、疾厄、遷移、官祿、田宅、福德——這六宮論的是「事」與際遇。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先分清一宮是論人還是論事,取象方向就不會亂。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8506D-2A46-4984-B4B7-DBDED96B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   008</a:t>
            </a:r>
          </a:p>
        </p:txBody>
      </p:sp>
    </p:spTree>
    <p:extLst>
      <p:ext uri="{BB962C8B-B14F-4D97-AF65-F5344CB8AC3E}">
        <p14:creationId xmlns:p14="http://schemas.microsoft.com/office/powerpoint/2010/main" val="8308140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8D382-1792-4F3D-B491-5F060AE7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A2B3E-ED27-43BE-B413-5604E60C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三、兼主延伸從何而來——三種推導法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04D6C-CE8D-42A6-AEF0-44F5FA92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244B5-268E-4DD3-B11E-DF0A8A51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7E818-99D7-4CDC-8727-87D9FA1F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上表的「兼主／延伸」不是硬背的,每一個都有明確來源。看懂這三種推導法,你就能自己推出一宮的多重意義,不必死記: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① 象義引申:從該宮字面意義自然延伸。例:子女從房事而來,故子女宮兼看「性生活」;宅為藏財聚人之所,故田宅宮兼「公司行號、財庫」;父母為長上與官方,故父母宮兼「文書、相貌(相貌宮)、師長」。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② 對宮相照:一條對宮線的兩端互為表裡。例:遷移是命宮的對宮,命宮是「內在的我」,遷移就是「外在表現」;福德是財帛的對宮,財帛看「怎麼賺」,福德就看「怎麼花、值不值得」的理財觀。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③ 太極借宮:把某一宮當成新命宮,再數出它的十二宮,借出隱藏意義(即上堂的「移動太極點」)。這是最關鍵的一招,以兄弟宮一宮兼三義為例,說明如下。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2BE08-133E-4C9A-8ADA-D4715430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   009</a:t>
            </a:r>
          </a:p>
        </p:txBody>
      </p:sp>
    </p:spTree>
    <p:extLst>
      <p:ext uri="{BB962C8B-B14F-4D97-AF65-F5344CB8AC3E}">
        <p14:creationId xmlns:p14="http://schemas.microsoft.com/office/powerpoint/2010/main" val="19468344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7994E-3749-4863-ABD9-A312AE8A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9EC5F-467C-4ED2-AD0A-3B751359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三、兼主延伸從何而來——三種推導法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8EC68-B4E0-47BD-A5A4-772B7964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以兄弟宮為例 · 太極借宮的三種身分 母親 ＝ 父母宮的「夫妻位」：父母宮代表父親,父之配偶(夫妻)即母親。 現金／週轉 ＝ 財帛宮的「田宅位」：財帛是流動現金,其田宅(庫)即存款與週轉實力。 事業體質 ＝ 官祿宮的「疾厄位」：官祿是事業,其疾厄(健康、根基)即公司體質與成敗承受力。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AEA02-B575-4C03-865A-43BA9CCC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   010</a:t>
            </a:r>
          </a:p>
        </p:txBody>
      </p:sp>
    </p:spTree>
    <p:extLst>
      <p:ext uri="{BB962C8B-B14F-4D97-AF65-F5344CB8AC3E}">
        <p14:creationId xmlns:p14="http://schemas.microsoft.com/office/powerpoint/2010/main" val="1045176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BA52F-CE00-40B4-8CAC-08375808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3D37D-89A1-45C2-A67B-BBA55313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三、兼主延伸從何而來——三種推導法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B3788-2989-425F-8309-9C3234D2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B9567-8187-42EF-81BB-7F9382D0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FBED0-9830-48C8-8B21-00A4E3F5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同理,子女宮是「交友宮的財帛位」(與外人共同之財),所以子女宮兼主「合夥」。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66627-0902-4DA4-98ED-1D2273A3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   011</a:t>
            </a:r>
          </a:p>
        </p:txBody>
      </p:sp>
    </p:spTree>
    <p:extLst>
      <p:ext uri="{BB962C8B-B14F-4D97-AF65-F5344CB8AC3E}">
        <p14:creationId xmlns:p14="http://schemas.microsoft.com/office/powerpoint/2010/main" val="17004276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87A7A-090D-4507-A562-D4BB78CF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9BFF7-1284-4503-9F6A-F39F8FD3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關鍵兼主 · 推導對照表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7B8C9-602D-445A-9CED-39BE7AD1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5850"/>
                <a:gridCol w="3625850"/>
                <a:gridCol w="3625850"/>
              </a:tblGrid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宮位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關鍵兼主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推導依據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兄弟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母親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父母宮的夫妻位（父之配偶）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兄弟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現金 / 週轉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財帛宮的田宅位（現金之庫）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兄弟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事業體質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官祿宮的疾厄位（事業的健康）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子女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合夥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交友宮的財帛位（與外人共財）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子女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性生活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象義引申（子女從房事而來）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遷移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外在表現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命宮的對宮（內外相照）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福德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理財觀 / 花用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財帛的對宮（財福線）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7339A-74D8-4F3A-BCF0-EAF332BE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   012</a:t>
            </a:r>
          </a:p>
        </p:txBody>
      </p:sp>
    </p:spTree>
    <p:extLst>
      <p:ext uri="{BB962C8B-B14F-4D97-AF65-F5344CB8AC3E}">
        <p14:creationId xmlns:p14="http://schemas.microsoft.com/office/powerpoint/2010/main" val="8604131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C4F77-EBCA-491D-99CB-4462149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18CD9-FDB3-4926-9E17-43B90EF5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關鍵兼主 · 推導對照表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74999-5A45-41DC-B950-3E6A6CDA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5850"/>
                <a:gridCol w="3625850"/>
                <a:gridCol w="3625850"/>
              </a:tblGrid>
              <a:tr h="22479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田宅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公司 / 財庫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象義引申（宅為聚財據點）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22479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父母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文書 / 相貌 / 師長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象義引申（長上、官方、遺傳）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0D4C1-81C4-4A9A-B89A-462338A2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   013</a:t>
            </a:r>
          </a:p>
        </p:txBody>
      </p:sp>
    </p:spTree>
    <p:extLst>
      <p:ext uri="{BB962C8B-B14F-4D97-AF65-F5344CB8AC3E}">
        <p14:creationId xmlns:p14="http://schemas.microsoft.com/office/powerpoint/2010/main" val="19853128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5C598-6454-4CE8-B052-34313CF3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EBBB8-F790-41C4-A061-3F404935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關鍵兼主 · 推導對照表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3B8D1-89F1-4D66-84E6-5CA14FE9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關鍵心法 象義看字面、對宮看對面、借宮移太極——三招一上,一宮便生出數層意義。這就是「一宮多義」真正的用法,也是論六親細節的鑰匙。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B2A4A-0321-4EAA-ADF0-E4D19412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   014</a:t>
            </a:r>
          </a:p>
        </p:txBody>
      </p:sp>
    </p:spTree>
    <p:extLst>
      <p:ext uri="{BB962C8B-B14F-4D97-AF65-F5344CB8AC3E}">
        <p14:creationId xmlns:p14="http://schemas.microsoft.com/office/powerpoint/2010/main" val="10110297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344BF-1B2B-4CC8-9EDA-82E8E25D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EC072-ADE1-4D29-8AF5-8B4ECE51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一、命宮——先天的我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3CC81-2468-4844-BDEE-FEE8676D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4B6B7-9911-45FD-BA0B-C1635D8A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1DAD5-3E7E-457D-BEAC-4F30C9EB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命宮是全盤的核心,代表一個人的先天本質:性格、天賦、格局高低、一生的基本走向。看任何一張盤,都從命宮起手。命宮的星曜,就是這個人一生的「主旋律」。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96AB4-466D-4170-BEFE-3CFB0077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   015</a:t>
            </a:r>
          </a:p>
        </p:txBody>
      </p:sp>
    </p:spTree>
    <p:extLst>
      <p:ext uri="{BB962C8B-B14F-4D97-AF65-F5344CB8AC3E}">
        <p14:creationId xmlns:p14="http://schemas.microsoft.com/office/powerpoint/2010/main" val="6023446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B698F-A18A-47CC-AD67-E971256E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3D00C-F682-4AF6-BB79-2887418B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二、身宮——後天的我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49E7E-A5D2-4A31-9EDE-AA586050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2FDAD-F3CF-4439-A1A8-A4000E7D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6F4B2-B169-4162-8FBD-A808D98B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身宮代表後天的際遇與著力之處,是一個人「用力經營、環境形塑」出來的部分。身宮不會單獨佔一格,而是「附」在命、夫妻、財帛、遷移、官祿、福德這六宮之一(由生時決定)。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關鍵觀念:命宮是先天格局,身宮是後天發展。少年時看命宮為主,中年(約三十歲)以後,身宮所在的領域對人生的影響會越來越明顯。身宮落在哪一宮,往往就是這個人下半生最在意、最投入的方向。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94CE5-968D-436E-9567-C3E5E710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   016</a:t>
            </a:r>
          </a:p>
        </p:txBody>
      </p:sp>
    </p:spTree>
    <p:extLst>
      <p:ext uri="{BB962C8B-B14F-4D97-AF65-F5344CB8AC3E}">
        <p14:creationId xmlns:p14="http://schemas.microsoft.com/office/powerpoint/2010/main" val="2810258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128C7-ECA9-482D-9F78-2C342EE8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33587-F952-4DD1-A253-B1C3D95C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三、命主與身主星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68C03-2167-4E77-81E1-5D441148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9FB79-BF2F-454B-B6FE-4BA932A7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97D83-6125-4CCE-996D-5D1FD7DC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命主星依命宮所在地支而定,身主星依生年地支而定,二者是輔助參考的「先天守護星」,用以補充論命的細微傾向。初學階段先知其存在與查法即可,不必過度倚重;論盤主力仍在命宮三方四正的星曜與四化。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936E6-5C06-4308-A023-6E669B48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   017</a:t>
            </a:r>
          </a:p>
        </p:txBody>
      </p:sp>
    </p:spTree>
    <p:extLst>
      <p:ext uri="{BB962C8B-B14F-4D97-AF65-F5344CB8AC3E}">
        <p14:creationId xmlns:p14="http://schemas.microsoft.com/office/powerpoint/2010/main" val="15447211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B486F-694D-4DFE-BBE0-23FBACE2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C9556-128D-44C1-9A5A-2D3F6895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一、我宮與他宮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E1187-7763-40D7-B9C0-B76E1C1C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D304A-1B9C-489B-908A-2BA746E7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2AA82-8ACF-4830-BD19-13CB846B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以命主自己為中心:命、財帛、官祿、田宅、福德、遷移等,論的是「我自己」的領域,為「我宮」;夫妻、子女、父母、兄弟、交友等六親相關者,論的是「別人」,為「他宮」。我宮的四化飛入他宮,是「我對他付出/在意」;他宮飛入我宮,是「他影響我」。這是第十四堂飛星的基礎,先建立方向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F8E78-01D4-4DEE-AB90-C42BF41C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   018</a:t>
            </a:r>
          </a:p>
        </p:txBody>
      </p:sp>
    </p:spTree>
    <p:extLst>
      <p:ext uri="{BB962C8B-B14F-4D97-AF65-F5344CB8AC3E}">
        <p14:creationId xmlns:p14="http://schemas.microsoft.com/office/powerpoint/2010/main" val="13578255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6C2CD-8330-4890-ADBA-964447E5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B9301-79D6-4E92-8345-06DA7432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二、一宮多義與「太極點」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1A5E1-E6B2-44A0-BC32-D5DABF3A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32CC3-35EA-4C8A-92CF-AA149A0E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49CF6-6106-4541-9DFB-7659018F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斗數的精髓,在於每一宮都不只有一個意義,而且任何一宮都能被當成新的「命宮」來看它自己的世界——這叫「移動太極點」。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舉例:要細看「母親」的狀況,不是死盯父母宮,而是把「兄弟宮」當成母親的命宮(因為兄弟宮是父母宮的夫妻位,即父之配偶=母),再從兄弟宮起,重新佈它的十二宮去論母親的性格、健康、財富。同理,要看「配偶的事業」,就以夫妻宮為太極,數到夫妻宮的官祿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F1767-7944-4CC2-A511-1202F742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   019</a:t>
            </a:r>
          </a:p>
        </p:txBody>
      </p:sp>
    </p:spTree>
    <p:extLst>
      <p:ext uri="{BB962C8B-B14F-4D97-AF65-F5344CB8AC3E}">
        <p14:creationId xmlns:p14="http://schemas.microsoft.com/office/powerpoint/2010/main" val="67790343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B9487-F96F-48A4-8DF0-E01EB2DE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D272A-FF96-48F0-A779-92E7BCCF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二、一宮多義與「太極點」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9D644-24B4-4C7A-9E05-A79D6F2E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關鍵心法 選對太極點,是論六親、論細節的第一步,也是新手最常錯的一步。論誰的事,就把太極移到「誰」的宮位,再從那裡起十二宮。太極錯,滿盤皆錯。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AAB2D-9AB1-4EEB-B126-3733EEE0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   020</a:t>
            </a:r>
          </a:p>
        </p:txBody>
      </p:sp>
    </p:spTree>
    <p:extLst>
      <p:ext uri="{BB962C8B-B14F-4D97-AF65-F5344CB8AC3E}">
        <p14:creationId xmlns:p14="http://schemas.microsoft.com/office/powerpoint/2010/main" val="202181606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0E76E-DA2A-4ED1-814C-44ADC660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7B20D-B426-4A57-83EE-668A5745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三、五虎遁——排出十二宮的宮干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39535-267E-4E28-8D55-811FEDCD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9D477-3380-4834-8B94-2191CACD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C99EE-732D-473E-BF98-AE066AEC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每一宮除了地支(固定),還有一個「宮干」,由生年天干透過「五虎遁」推得。宮干是第十四堂之後飛星四化的根本——每一宮要靠自己的宮干去飛祿權科忌。此堂先學會排法。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五虎遁口訣(以生年天干起正月/寅宮之干,再順數各宮):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E654A-F4CA-48EC-959C-839DBC4D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   021</a:t>
            </a:r>
          </a:p>
        </p:txBody>
      </p:sp>
    </p:spTree>
    <p:extLst>
      <p:ext uri="{BB962C8B-B14F-4D97-AF65-F5344CB8AC3E}">
        <p14:creationId xmlns:p14="http://schemas.microsoft.com/office/powerpoint/2010/main" val="19692572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9EAB5-F3D3-42B2-BA07-3E76BDF5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ECD34-AB8F-4D29-867E-91E1D81C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三、五虎遁——排出十二宮的宮干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201B6-C56F-47F4-BDAE-95D6031B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五虎遁年起月訣 甲己之年丙作首,乙庚之歲戊為頭, 丙辛必定尋庚起,丁壬壬位順行流, 戊癸之年何方發,甲寅之上好追求。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782FD-29F5-4FF7-9A82-331BCB7B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   022</a:t>
            </a:r>
          </a:p>
        </p:txBody>
      </p:sp>
    </p:spTree>
    <p:extLst>
      <p:ext uri="{BB962C8B-B14F-4D97-AF65-F5344CB8AC3E}">
        <p14:creationId xmlns:p14="http://schemas.microsoft.com/office/powerpoint/2010/main" val="7128364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07FCB-1B99-4C0D-8CA1-50120118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F45C0-A8B4-484A-8624-CE04893F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三、五虎遁——排出十二宮的宮干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4DF23-095E-4BDE-B11E-FA3941BC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66955-FC11-4A8A-A77B-AE332FDF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6261E-00AA-4411-89A3-EFDA4C9B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用法:先依生年天干,定出「寅宮」的天干(如甲年、己年,寅宮起丙,即丙寅),再由寅宮順時針,天干依甲乙丙丁⋯順排、地支依寅卯辰⋯順排,一路排到丑宮,十二宮干便全定。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F538D-C44D-4727-A370-FA1B780C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   023</a:t>
            </a:r>
          </a:p>
        </p:txBody>
      </p:sp>
    </p:spTree>
    <p:extLst>
      <p:ext uri="{BB962C8B-B14F-4D97-AF65-F5344CB8AC3E}">
        <p14:creationId xmlns:p14="http://schemas.microsoft.com/office/powerpoint/2010/main" val="15052971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DC4F3-0685-48A4-92E4-35BCC758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EB47D-1B00-4A65-9382-5055791B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4BEE9-A7F7-473A-8AF0-925DA660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B792F-6E4C-45E8-BF4A-569B0C1B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F48C0-388F-41C3-BA29-B73E4F26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練習一 依次寫出十二宮的名稱(從命宮起,逆佈):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練習二 兄弟宮除了手足,還兼主哪三件事?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練習三 身宮可能附在哪六個宮位之一?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練習四 要論「母親」,應以哪一宮為太極點?為什麼? 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16918-3AA9-4252-A048-2F7273D5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   024</a:t>
            </a:r>
          </a:p>
        </p:txBody>
      </p:sp>
    </p:spTree>
    <p:extLst>
      <p:ext uri="{BB962C8B-B14F-4D97-AF65-F5344CB8AC3E}">
        <p14:creationId xmlns:p14="http://schemas.microsoft.com/office/powerpoint/2010/main" val="211347014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10861-1873-4D75-AC40-93656DBF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3A2C1-9187-429D-BB2C-89466DBD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98F3A-A26A-43F3-BAD4-FA9DCD38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5CFE5-569F-4F66-9B23-12EFB120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9F977-F510-4D23-9EFF-4C24CEC8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練習五 甲年生人,以五虎遁定「寅宮」的宮干為何? 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70346-B79E-4F70-B053-CCDE2E5C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   025</a:t>
            </a:r>
          </a:p>
        </p:txBody>
      </p:sp>
    </p:spTree>
    <p:extLst>
      <p:ext uri="{BB962C8B-B14F-4D97-AF65-F5344CB8AC3E}">
        <p14:creationId xmlns:p14="http://schemas.microsoft.com/office/powerpoint/2010/main" val="17628518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A39AC-8334-4050-9CC6-1AF0CD0C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208EF-91F6-456E-BAA5-990B8D01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0B185-C08A-4F85-917E-70DC0A9A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6821A-DE75-425A-B48B-9DBCB22C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70355-84AE-4594-90BF-01FD3DBA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1. 默寫十二宮次序五遍,並在空白盤上標出各宮所主。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2. 用五虎遁,為「甲、乙、丙、丁、戊」五個生年各排出完整十二宮干。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3. 拿自己的命盤(第一堂已排),標出命宮、身宮位置,並寫出身宮所在宮位的意義。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6FEA2-DB66-49A0-ACB0-D7758F9E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   026</a:t>
            </a:r>
          </a:p>
        </p:txBody>
      </p:sp>
    </p:spTree>
    <p:extLst>
      <p:ext uri="{BB962C8B-B14F-4D97-AF65-F5344CB8AC3E}">
        <p14:creationId xmlns:p14="http://schemas.microsoft.com/office/powerpoint/2010/main" val="42919753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C322E-16D7-47D4-9DB1-E821A8C8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08D8A-D710-4B32-B004-F1A7EC71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09FBE-2F5F-4ACC-B0BD-5A86DFDD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下堂預告 第三堂:排盤實作 —— 定命身宮、五行局、安十四主星。本堂的十二宮與宮干,下堂將實際用來親手排出一張完整命盤。請先熟練五虎遁。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51B1B-6011-4250-BAFF-51EEA47B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   027</a:t>
            </a:r>
          </a:p>
        </p:txBody>
      </p:sp>
    </p:spTree>
    <p:extLst>
      <p:ext uri="{BB962C8B-B14F-4D97-AF65-F5344CB8AC3E}">
        <p14:creationId xmlns:p14="http://schemas.microsoft.com/office/powerpoint/2010/main" val="96575522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1FCDA-5659-49E7-9421-F3414C43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6210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CD2BF-6A01-4FBF-9B2C-ADA6704A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8595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8A51A-554B-41D9-923B-46C67737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學生講義 · 本堂內容完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1B73D-DF7D-4342-B867-1542262B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請回到原講義逐項複習，將名詞、規則與練習題寫在自己的命盤或筆記上。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E2FE0-C72D-4657-B67A-876282A7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626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不含教師解答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65177-F6A7-42DB-B5A7-9B306CEB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貳   028</a:t>
            </a:r>
          </a:p>
        </p:txBody>
      </p:sp>
    </p:spTree>
    <p:extLst>
      <p:ext uri="{BB962C8B-B14F-4D97-AF65-F5344CB8AC3E}">
        <p14:creationId xmlns:p14="http://schemas.microsoft.com/office/powerpoint/2010/main" val="4117128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2026-09-13T05:35:37.7840000Z</dcterms:created>
  <dcterms:modified xsi:type="dcterms:W3CDTF">2026-09-13T05:35:37.7840000Z</dcterms:modified>
</coreProperties>
</file>