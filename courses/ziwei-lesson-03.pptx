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97061486354d2f" /><Relationship Type="http://schemas.openxmlformats.org/officeDocument/2006/relationships/extended-properties" Target="/docProps/app.xml" Id="R8f997ef04a8a437b" /><Relationship Type="http://schemas.openxmlformats.org/officeDocument/2006/relationships/officeDocument" Target="/ppt/presentation.xml" Id="R1d8669f77722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1c85719a6c49a9"/>
  </p:sldMasterIdLst>
  <p:notesMasterIdLst>
    <p:notesMasterId xmlns:r="http://schemas.openxmlformats.org/officeDocument/2006/relationships" r:id="R810bcdbf01e94505"/>
  </p:notesMasterIdLst>
  <p:sldIdLst>
    <p:sldId xmlns:r="http://schemas.openxmlformats.org/officeDocument/2006/relationships" id="256" r:id="R90320dd1fa0a401f"/>
    <p:sldId xmlns:r="http://schemas.openxmlformats.org/officeDocument/2006/relationships" id="257" r:id="R6b041caca08243a6"/>
    <p:sldId xmlns:r="http://schemas.openxmlformats.org/officeDocument/2006/relationships" id="258" r:id="R44d1f6cfbdea43f5"/>
    <p:sldId xmlns:r="http://schemas.openxmlformats.org/officeDocument/2006/relationships" id="259" r:id="R2b2569dd2848496a"/>
    <p:sldId xmlns:r="http://schemas.openxmlformats.org/officeDocument/2006/relationships" id="260" r:id="Rcdaa658b19034027"/>
    <p:sldId xmlns:r="http://schemas.openxmlformats.org/officeDocument/2006/relationships" id="261" r:id="Re30841f1e70c4fae"/>
    <p:sldId xmlns:r="http://schemas.openxmlformats.org/officeDocument/2006/relationships" id="262" r:id="Radab4b29b4684ccb"/>
    <p:sldId xmlns:r="http://schemas.openxmlformats.org/officeDocument/2006/relationships" id="263" r:id="R3bc2b2c72ae9441f"/>
    <p:sldId xmlns:r="http://schemas.openxmlformats.org/officeDocument/2006/relationships" id="264" r:id="R22eabeb50bf8426f"/>
    <p:sldId xmlns:r="http://schemas.openxmlformats.org/officeDocument/2006/relationships" id="265" r:id="R409889eaf7cb4161"/>
    <p:sldId xmlns:r="http://schemas.openxmlformats.org/officeDocument/2006/relationships" id="266" r:id="R95f4a1e061f44814"/>
    <p:sldId xmlns:r="http://schemas.openxmlformats.org/officeDocument/2006/relationships" id="267" r:id="R8566b9151c914ab9"/>
    <p:sldId xmlns:r="http://schemas.openxmlformats.org/officeDocument/2006/relationships" id="268" r:id="Rebe05f95ec734542"/>
    <p:sldId xmlns:r="http://schemas.openxmlformats.org/officeDocument/2006/relationships" id="269" r:id="R35f4dd773db0493b"/>
    <p:sldId xmlns:r="http://schemas.openxmlformats.org/officeDocument/2006/relationships" id="270" r:id="R060785d7ff574aba"/>
    <p:sldId xmlns:r="http://schemas.openxmlformats.org/officeDocument/2006/relationships" id="271" r:id="Rd402112f1f964475"/>
    <p:sldId xmlns:r="http://schemas.openxmlformats.org/officeDocument/2006/relationships" id="272" r:id="R5f45033c405343a7"/>
    <p:sldId xmlns:r="http://schemas.openxmlformats.org/officeDocument/2006/relationships" id="273" r:id="Rc55c927e6420461d"/>
    <p:sldId xmlns:r="http://schemas.openxmlformats.org/officeDocument/2006/relationships" id="274" r:id="R7edacbb39f21459a"/>
    <p:sldId xmlns:r="http://schemas.openxmlformats.org/officeDocument/2006/relationships" id="275" r:id="R9bf752b7bd2f46d2"/>
    <p:sldId xmlns:r="http://schemas.openxmlformats.org/officeDocument/2006/relationships" id="276" r:id="R8b38afb61bb34bce"/>
    <p:sldId xmlns:r="http://schemas.openxmlformats.org/officeDocument/2006/relationships" id="277" r:id="Rc43706b6b73541b3"/>
    <p:sldId xmlns:r="http://schemas.openxmlformats.org/officeDocument/2006/relationships" id="278" r:id="R32d479596fec4be1"/>
    <p:sldId xmlns:r="http://schemas.openxmlformats.org/officeDocument/2006/relationships" id="279" r:id="Rc62c85a02ca440cf"/>
    <p:sldId xmlns:r="http://schemas.openxmlformats.org/officeDocument/2006/relationships" id="280" r:id="R4b2bfc17b03546ab"/>
    <p:sldId xmlns:r="http://schemas.openxmlformats.org/officeDocument/2006/relationships" id="281" r:id="Re93090dea6e243b2"/>
    <p:sldId xmlns:r="http://schemas.openxmlformats.org/officeDocument/2006/relationships" id="282" r:id="R8faaaa5b26ae4654"/>
    <p:sldId xmlns:r="http://schemas.openxmlformats.org/officeDocument/2006/relationships" id="283" r:id="Rdafee1490a654e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bc5dce75134c10" /><Relationship Type="http://schemas.openxmlformats.org/officeDocument/2006/relationships/slideMaster" Target="/ppt/slideMasters/slideMaster1.xml" Id="R171c85719a6c49a9" /><Relationship Type="http://schemas.openxmlformats.org/officeDocument/2006/relationships/notesMaster" Target="/ppt/notesMasters/notesMaster1.xml" Id="R810bcdbf01e94505" /><Relationship Type="http://schemas.openxmlformats.org/officeDocument/2006/relationships/presProps" Target="/ppt/presProps.xml" Id="Rb62f0ab3f7904eac" /><Relationship Type="http://schemas.openxmlformats.org/officeDocument/2006/relationships/tableStyles" Target="/ppt/tableStyles.xml" Id="R0bb6765b8a7f4f88" /><Relationship Type="http://schemas.openxmlformats.org/officeDocument/2006/relationships/slide" Target="/ppt/slides/slide1.xml" Id="R90320dd1fa0a401f" /><Relationship Type="http://schemas.openxmlformats.org/officeDocument/2006/relationships/slide" Target="/ppt/slides/slide2.xml" Id="R6b041caca08243a6" /><Relationship Type="http://schemas.openxmlformats.org/officeDocument/2006/relationships/slide" Target="/ppt/slides/slide3.xml" Id="R44d1f6cfbdea43f5" /><Relationship Type="http://schemas.openxmlformats.org/officeDocument/2006/relationships/slide" Target="/ppt/slides/slide4.xml" Id="R2b2569dd2848496a" /><Relationship Type="http://schemas.openxmlformats.org/officeDocument/2006/relationships/slide" Target="/ppt/slides/slide5.xml" Id="Rcdaa658b19034027" /><Relationship Type="http://schemas.openxmlformats.org/officeDocument/2006/relationships/slide" Target="/ppt/slides/slide6.xml" Id="Re30841f1e70c4fae" /><Relationship Type="http://schemas.openxmlformats.org/officeDocument/2006/relationships/slide" Target="/ppt/slides/slide7.xml" Id="Radab4b29b4684ccb" /><Relationship Type="http://schemas.openxmlformats.org/officeDocument/2006/relationships/slide" Target="/ppt/slides/slide8.xml" Id="R3bc2b2c72ae9441f" /><Relationship Type="http://schemas.openxmlformats.org/officeDocument/2006/relationships/slide" Target="/ppt/slides/slide9.xml" Id="R22eabeb50bf8426f" /><Relationship Type="http://schemas.openxmlformats.org/officeDocument/2006/relationships/slide" Target="/ppt/slides/slide10.xml" Id="R409889eaf7cb4161" /><Relationship Type="http://schemas.openxmlformats.org/officeDocument/2006/relationships/slide" Target="/ppt/slides/slide11.xml" Id="R95f4a1e061f44814" /><Relationship Type="http://schemas.openxmlformats.org/officeDocument/2006/relationships/slide" Target="/ppt/slides/slide12.xml" Id="R8566b9151c914ab9" /><Relationship Type="http://schemas.openxmlformats.org/officeDocument/2006/relationships/slide" Target="/ppt/slides/slide13.xml" Id="Rebe05f95ec734542" /><Relationship Type="http://schemas.openxmlformats.org/officeDocument/2006/relationships/slide" Target="/ppt/slides/slide14.xml" Id="R35f4dd773db0493b" /><Relationship Type="http://schemas.openxmlformats.org/officeDocument/2006/relationships/slide" Target="/ppt/slides/slide15.xml" Id="R060785d7ff574aba" /><Relationship Type="http://schemas.openxmlformats.org/officeDocument/2006/relationships/slide" Target="/ppt/slides/slide16.xml" Id="Rd402112f1f964475" /><Relationship Type="http://schemas.openxmlformats.org/officeDocument/2006/relationships/slide" Target="/ppt/slides/slide17.xml" Id="R5f45033c405343a7" /><Relationship Type="http://schemas.openxmlformats.org/officeDocument/2006/relationships/slide" Target="/ppt/slides/slide18.xml" Id="Rc55c927e6420461d" /><Relationship Type="http://schemas.openxmlformats.org/officeDocument/2006/relationships/slide" Target="/ppt/slides/slide19.xml" Id="R7edacbb39f21459a" /><Relationship Type="http://schemas.openxmlformats.org/officeDocument/2006/relationships/slide" Target="/ppt/slides/slide20.xml" Id="R9bf752b7bd2f46d2" /><Relationship Type="http://schemas.openxmlformats.org/officeDocument/2006/relationships/slide" Target="/ppt/slides/slide21.xml" Id="R8b38afb61bb34bce" /><Relationship Type="http://schemas.openxmlformats.org/officeDocument/2006/relationships/slide" Target="/ppt/slides/slide22.xml" Id="Rc43706b6b73541b3" /><Relationship Type="http://schemas.openxmlformats.org/officeDocument/2006/relationships/slide" Target="/ppt/slides/slide23.xml" Id="R32d479596fec4be1" /><Relationship Type="http://schemas.openxmlformats.org/officeDocument/2006/relationships/slide" Target="/ppt/slides/slide24.xml" Id="Rc62c85a02ca440cf" /><Relationship Type="http://schemas.openxmlformats.org/officeDocument/2006/relationships/slide" Target="/ppt/slides/slide25.xml" Id="R4b2bfc17b03546ab" /><Relationship Type="http://schemas.openxmlformats.org/officeDocument/2006/relationships/slide" Target="/ppt/slides/slide26.xml" Id="Re93090dea6e243b2" /><Relationship Type="http://schemas.openxmlformats.org/officeDocument/2006/relationships/slide" Target="/ppt/slides/slide27.xml" Id="R8faaaa5b26ae4654" /><Relationship Type="http://schemas.openxmlformats.org/officeDocument/2006/relationships/slide" Target="/ppt/slides/slide28.xml" Id="Rdafee1490a65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44404a75184a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d9f25842ca4804" /><Relationship Type="http://schemas.openxmlformats.org/officeDocument/2006/relationships/notesMaster" Target="/ppt/notesMasters/notesMaster1.xml" Id="R4f9d4614829b40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e5edb7071e4292" /><Relationship Type="http://schemas.openxmlformats.org/officeDocument/2006/relationships/notesMaster" Target="/ppt/notesMasters/notesMaster1.xml" Id="R4afd2eea29c74c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30b1ee35c8476a" /><Relationship Type="http://schemas.openxmlformats.org/officeDocument/2006/relationships/notesMaster" Target="/ppt/notesMasters/notesMaster1.xml" Id="R2d013ef593eb41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fdad6d70334c76" /><Relationship Type="http://schemas.openxmlformats.org/officeDocument/2006/relationships/notesMaster" Target="/ppt/notesMasters/notesMaster1.xml" Id="R67723821ed20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d67233e9814fa1" /><Relationship Type="http://schemas.openxmlformats.org/officeDocument/2006/relationships/notesMaster" Target="/ppt/notesMasters/notesMaster1.xml" Id="R1bb5c5c6e21b4e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664d5935ea454a" /><Relationship Type="http://schemas.openxmlformats.org/officeDocument/2006/relationships/notesMaster" Target="/ppt/notesMasters/notesMaster1.xml" Id="R86dbee32989d41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40a6c334594479" /><Relationship Type="http://schemas.openxmlformats.org/officeDocument/2006/relationships/notesMaster" Target="/ppt/notesMasters/notesMaster1.xml" Id="R929124e837204f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d62e4b1d52419c" /><Relationship Type="http://schemas.openxmlformats.org/officeDocument/2006/relationships/notesMaster" Target="/ppt/notesMasters/notesMaster1.xml" Id="R3f56992f3cd14e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97a8afe86445b7" /><Relationship Type="http://schemas.openxmlformats.org/officeDocument/2006/relationships/notesMaster" Target="/ppt/notesMasters/notesMaster1.xml" Id="Rc0b6f863f01442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4f0576663a4b9c" /><Relationship Type="http://schemas.openxmlformats.org/officeDocument/2006/relationships/notesMaster" Target="/ppt/notesMasters/notesMaster1.xml" Id="R344f2df4fa5442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957798722b46a8" /><Relationship Type="http://schemas.openxmlformats.org/officeDocument/2006/relationships/notesMaster" Target="/ppt/notesMasters/notesMaster1.xml" Id="R4ef5075aba0d49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5b0e89fe2042c9" /><Relationship Type="http://schemas.openxmlformats.org/officeDocument/2006/relationships/notesMaster" Target="/ppt/notesMasters/notesMaster1.xml" Id="R477bddb99e864c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f177beca544a9b" /><Relationship Type="http://schemas.openxmlformats.org/officeDocument/2006/relationships/notesMaster" Target="/ppt/notesMasters/notesMaster1.xml" Id="R8f2b7eaaa9064c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af13377cd64f14" /><Relationship Type="http://schemas.openxmlformats.org/officeDocument/2006/relationships/notesMaster" Target="/ppt/notesMasters/notesMaster1.xml" Id="R3cb4cb8103d14b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63aba3a3cf4aee" /><Relationship Type="http://schemas.openxmlformats.org/officeDocument/2006/relationships/notesMaster" Target="/ppt/notesMasters/notesMaster1.xml" Id="Rdd520b8aa79f4e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c8a717f3c64e87" /><Relationship Type="http://schemas.openxmlformats.org/officeDocument/2006/relationships/notesMaster" Target="/ppt/notesMasters/notesMaster1.xml" Id="Rc45ede8b04d347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c201ad72d247cb" /><Relationship Type="http://schemas.openxmlformats.org/officeDocument/2006/relationships/notesMaster" Target="/ppt/notesMasters/notesMaster1.xml" Id="R6d26ccf1e60c4f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bf9983d8074a47" /><Relationship Type="http://schemas.openxmlformats.org/officeDocument/2006/relationships/notesMaster" Target="/ppt/notesMasters/notesMaster1.xml" Id="R9999f166d8174e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baf434deb74e0d" /><Relationship Type="http://schemas.openxmlformats.org/officeDocument/2006/relationships/notesMaster" Target="/ppt/notesMasters/notesMaster1.xml" Id="R82a71d02055c4d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09e037e3404e5e" /><Relationship Type="http://schemas.openxmlformats.org/officeDocument/2006/relationships/notesMaster" Target="/ppt/notesMasters/notesMaster1.xml" Id="R4464d70e6ce24b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72d950b2154a50" /><Relationship Type="http://schemas.openxmlformats.org/officeDocument/2006/relationships/notesMaster" Target="/ppt/notesMasters/notesMaster1.xml" Id="R34f95c77cdda405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2d17aa692eb47ec" /><Relationship Type="http://schemas.openxmlformats.org/officeDocument/2006/relationships/notesMaster" Target="/ppt/notesMasters/notesMaster1.xml" Id="R846dc72fdb214f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016aee5615743c7" /><Relationship Type="http://schemas.openxmlformats.org/officeDocument/2006/relationships/notesMaster" Target="/ppt/notesMasters/notesMaster1.xml" Id="R72ef95a9c272465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9ecd0ef15c49be" /><Relationship Type="http://schemas.openxmlformats.org/officeDocument/2006/relationships/notesMaster" Target="/ppt/notesMasters/notesMaster1.xml" Id="Rffc4466ad95e46a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09881255d44e56" /><Relationship Type="http://schemas.openxmlformats.org/officeDocument/2006/relationships/notesMaster" Target="/ppt/notesMasters/notesMaster1.xml" Id="R938a35c701d641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ec49cb1a3f4793" /><Relationship Type="http://schemas.openxmlformats.org/officeDocument/2006/relationships/notesMaster" Target="/ppt/notesMasters/notesMaster1.xml" Id="R53a1c8585c30499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e22a1892e64669" /><Relationship Type="http://schemas.openxmlformats.org/officeDocument/2006/relationships/notesMaster" Target="/ppt/notesMasters/notesMaster1.xml" Id="Reedc7974992f4b6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690ab27105143d9" /><Relationship Type="http://schemas.openxmlformats.org/officeDocument/2006/relationships/notesMaster" Target="/ppt/notesMasters/notesMaster1.xml" Id="R7917d05cc3a944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C:\Users\eason1288\Documents\上課資料夾\紫微斗數課程\紫微斗數_第3堂_學生講義.docx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2791a960e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ed8a53d29c4faf" /><Relationship Type="http://schemas.openxmlformats.org/officeDocument/2006/relationships/slideLayout" Target="/ppt/slideLayouts/slideLayout1.xml" Id="R047ec9227b4444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7ec9227b4444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65740600b4c96" /><Relationship Type="http://schemas.openxmlformats.org/officeDocument/2006/relationships/notesSlide" Target="/ppt/notesSlides/notesSlide1.xml" Id="R8d2c45ff949046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9e18d3bd4174" /><Relationship Type="http://schemas.openxmlformats.org/officeDocument/2006/relationships/notesSlide" Target="/ppt/notesSlides/notesSlide2.xml" Id="R9929e25c170448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f815190234e2a" /><Relationship Type="http://schemas.openxmlformats.org/officeDocument/2006/relationships/notesSlide" Target="/ppt/notesSlides/notesSlide3.xml" Id="R7c9a96592e094d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7a261cf6840e4" /><Relationship Type="http://schemas.openxmlformats.org/officeDocument/2006/relationships/notesSlide" Target="/ppt/notesSlides/notesSlide4.xml" Id="R919d0df87dda4f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c50a3e2604aae" /><Relationship Type="http://schemas.openxmlformats.org/officeDocument/2006/relationships/notesSlide" Target="/ppt/notesSlides/notesSlide5.xml" Id="R060b63c069484c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e539a435f4536" /><Relationship Type="http://schemas.openxmlformats.org/officeDocument/2006/relationships/notesSlide" Target="/ppt/notesSlides/notesSlide6.xml" Id="Re542246df73a48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6113fad8b4ffc" /><Relationship Type="http://schemas.openxmlformats.org/officeDocument/2006/relationships/notesSlide" Target="/ppt/notesSlides/notesSlide7.xml" Id="R4dce17c7eca344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e3526dfd54f7d" /><Relationship Type="http://schemas.openxmlformats.org/officeDocument/2006/relationships/notesSlide" Target="/ppt/notesSlides/notesSlide8.xml" Id="Ra1fa8bf8f6af44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96347e988459a" /><Relationship Type="http://schemas.openxmlformats.org/officeDocument/2006/relationships/notesSlide" Target="/ppt/notesSlides/notesSlide9.xml" Id="R03bb2ac485cf45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7bda8765f44f3" /><Relationship Type="http://schemas.openxmlformats.org/officeDocument/2006/relationships/notesSlide" Target="/ppt/notesSlides/notesSlide10.xml" Id="R730b511fa99f40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a8d9b2654e65" /><Relationship Type="http://schemas.openxmlformats.org/officeDocument/2006/relationships/notesSlide" Target="/ppt/notesSlides/notesSlide11.xml" Id="R2055dbb340c340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a96e365e042d6" /><Relationship Type="http://schemas.openxmlformats.org/officeDocument/2006/relationships/notesSlide" Target="/ppt/notesSlides/notesSlide12.xml" Id="Ra5f3c503875c44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860d1f5394c0b" /><Relationship Type="http://schemas.openxmlformats.org/officeDocument/2006/relationships/notesSlide" Target="/ppt/notesSlides/notesSlide13.xml" Id="R96d1de2dd55c44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4a88e5ec74c39" /><Relationship Type="http://schemas.openxmlformats.org/officeDocument/2006/relationships/notesSlide" Target="/ppt/notesSlides/notesSlide14.xml" Id="R1fce079bbc924d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c9d2680714272" /><Relationship Type="http://schemas.openxmlformats.org/officeDocument/2006/relationships/notesSlide" Target="/ppt/notesSlides/notesSlide15.xml" Id="Rf7cbdf50a6884e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1158a20ac4034" /><Relationship Type="http://schemas.openxmlformats.org/officeDocument/2006/relationships/notesSlide" Target="/ppt/notesSlides/notesSlide16.xml" Id="Rab4653887dfa47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85e17bbfc49c7" /><Relationship Type="http://schemas.openxmlformats.org/officeDocument/2006/relationships/notesSlide" Target="/ppt/notesSlides/notesSlide17.xml" Id="Rb5f5675fbf0b4a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a8f55d3264e59" /><Relationship Type="http://schemas.openxmlformats.org/officeDocument/2006/relationships/notesSlide" Target="/ppt/notesSlides/notesSlide18.xml" Id="Rb55b253b6715420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a62f27e8c4f33" /><Relationship Type="http://schemas.openxmlformats.org/officeDocument/2006/relationships/notesSlide" Target="/ppt/notesSlides/notesSlide19.xml" Id="Re99472c6ad5c4db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a6138e56947dd" /><Relationship Type="http://schemas.openxmlformats.org/officeDocument/2006/relationships/notesSlide" Target="/ppt/notesSlides/notesSlide20.xml" Id="Rf48e8af3fea64a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18f87fa0c4b94" /><Relationship Type="http://schemas.openxmlformats.org/officeDocument/2006/relationships/notesSlide" Target="/ppt/notesSlides/notesSlide21.xml" Id="R59f0cbd779c64b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dec558af248ea" /><Relationship Type="http://schemas.openxmlformats.org/officeDocument/2006/relationships/notesSlide" Target="/ppt/notesSlides/notesSlide22.xml" Id="R91a01e60d52742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610a2fe2a467d" /><Relationship Type="http://schemas.openxmlformats.org/officeDocument/2006/relationships/notesSlide" Target="/ppt/notesSlides/notesSlide23.xml" Id="R4d559b2300bd43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cf123592c4ef0" /><Relationship Type="http://schemas.openxmlformats.org/officeDocument/2006/relationships/notesSlide" Target="/ppt/notesSlides/notesSlide24.xml" Id="Re60ff1bdcf2d4d0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4bd960ace48dd" /><Relationship Type="http://schemas.openxmlformats.org/officeDocument/2006/relationships/notesSlide" Target="/ppt/notesSlides/notesSlide25.xml" Id="R7fc901ef3b3d4fb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2572b00574008" /><Relationship Type="http://schemas.openxmlformats.org/officeDocument/2006/relationships/notesSlide" Target="/ppt/notesSlides/notesSlide26.xml" Id="R3222fa5e8fda47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4802edc5c4e40" /><Relationship Type="http://schemas.openxmlformats.org/officeDocument/2006/relationships/notesSlide" Target="/ppt/notesSlides/notesSlide27.xml" Id="Rb8a8deeb6a5b4f7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efc8568d445ec" /><Relationship Type="http://schemas.openxmlformats.org/officeDocument/2006/relationships/notesSlide" Target="/ppt/notesSlides/notesSlide28.xml" Id="Ra833ecf7253a4e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A06D7-C75D-4707-8783-3E3F878F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805A9-0A01-4AB3-AFD4-9CA3BBBF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63280-28F0-4F68-83A4-B8D587B2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6817B-727A-4DD4-BD4B-327AE82E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排盤實作 · 定命身宮 · 五行局 · 安星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2704A-33F2-4EE6-A94D-AD97A3FD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第3堂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511C7-AF18-4170-A416-77570921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壹、排盤前置作業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◆ 一、需要的資料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577F9-DCB7-4FF2-A4F7-8B900858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182802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F1B9B-D965-4B79-BD29-8CB964CB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98112-05E2-4BF5-B1E2-FE095800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44A51-928D-4823-860A-0CF62E95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完成排盤前置:換算真太陽時,處理早子時與晚子時。 2. 熟練定命宮、身宮的口訣與步驟。 3. 由命宮干支定出五行局。 4. 掌握安紫微與十四主星的相對安星口訣(紫微系逆、天府系順)。 5. 依序安六吉六煞、四化、雜曜與大限,親手完成一張命盤。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F978E-0F01-4DDF-BED7-FBEBD4E4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002</a:t>
            </a:r>
          </a:p>
        </p:txBody>
      </p:sp>
    </p:spTree>
    <p:extLst>
      <p:ext uri="{BB962C8B-B14F-4D97-AF65-F5344CB8AC3E}">
        <p14:creationId xmlns:p14="http://schemas.microsoft.com/office/powerpoint/2010/main" val="257496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19D47-D5E1-4F05-91D5-A1628AE2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3501C-D01B-4CC7-8E65-B6A8EBE3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一、需要的資料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6201C-BB81-4150-92F1-0166CDC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7D575-1922-4293-BA00-721C2586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58795-8F79-4311-9600-9D6F3188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排盤只需四項:出生的年、月、日、時,以及性別。實務上先取得國曆(西曆)生辰,再換算成農曆(含節氣),因為斗數的月份以農曆為準、五行局等也依農曆生日推算。性別決定大限的順逆行。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C960E-D9BE-4F19-B143-41098304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003</a:t>
            </a:r>
          </a:p>
        </p:txBody>
      </p:sp>
    </p:spTree>
    <p:extLst>
      <p:ext uri="{BB962C8B-B14F-4D97-AF65-F5344CB8AC3E}">
        <p14:creationId xmlns:p14="http://schemas.microsoft.com/office/powerpoint/2010/main" val="790518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B5525-AF15-45D9-B352-32EF3C1D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6DA6E-51E8-49DC-BBB9-9AE3848D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二、真太陽時與時差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48A31-5E75-4293-8826-CD139343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A4564-0546-4824-A6DC-31A22FD4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F6F75-AA0E-42D0-ABE9-704E5649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斗數以「真太陽時」定時辰,不是手錶上的鐘錶時間。需做兩項校正: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經度時差:台灣採用東經 120 度標準時,但各地經度不同,實際太陽時略有出入(每偏 1 度約差 4 分鐘)。出生地偏東則提前、偏西則延後。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日光節約時間:若出生於曾實施日光節約(夏令時間)的年份與月份,須把時鐘撥回 1 小時,還原真實時辰。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時辰一旦跨界,命宮就會整格位移,全盤皆變。因此校時是排盤準確與否的第一道關卡。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4E4CF-C857-4C45-A6BD-0A59CC9A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004</a:t>
            </a:r>
          </a:p>
        </p:txBody>
      </p:sp>
    </p:spTree>
    <p:extLst>
      <p:ext uri="{BB962C8B-B14F-4D97-AF65-F5344CB8AC3E}">
        <p14:creationId xmlns:p14="http://schemas.microsoft.com/office/powerpoint/2010/main" val="1421453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C44D2-0545-4A92-BD71-F18FB262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3FBB9-0B4D-487F-B58F-7C6C734B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三、早子時與晚子時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DCD7B-95E8-4A8D-8D71-3A011716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12A7C-2E1A-426C-B05F-3F6D9832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D5257-A24D-46E3-87FE-9A6E672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子時橫跨兩日(23:00–01:00)。23:00–24:00 為「早子時」,仍算「當日」;00:00–01:00 為「晚子時」,已算「次日」。生於此區間者,日期歸屬會影響生日、進而影響安紫微,是新手最常出錯之處,務必問清楚。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A7052-4D93-4838-9C9C-4DCF6628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005</a:t>
            </a:r>
          </a:p>
        </p:txBody>
      </p:sp>
    </p:spTree>
    <p:extLst>
      <p:ext uri="{BB962C8B-B14F-4D97-AF65-F5344CB8AC3E}">
        <p14:creationId xmlns:p14="http://schemas.microsoft.com/office/powerpoint/2010/main" val="603380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FF8BD-1511-4979-B783-F5F72089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2E82A-EFE4-47CE-8AC0-D7447E80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貳、定命宮與身宮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4C2C4-B5A9-46EC-B810-899CED07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D8A27-EBAC-4A38-BE36-558AD5A1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24AC9-0D53-4511-AA1E-B203DDC8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命宮、身宮都從「寅宮起正月」出發,差別只在最後起子時後的順逆: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D5EE3-9DAB-46CF-8860-18542F23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006</a:t>
            </a:r>
          </a:p>
        </p:txBody>
      </p:sp>
    </p:spTree>
    <p:extLst>
      <p:ext uri="{BB962C8B-B14F-4D97-AF65-F5344CB8AC3E}">
        <p14:creationId xmlns:p14="http://schemas.microsoft.com/office/powerpoint/2010/main" val="2040917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EC997-AD6C-4468-AC93-E15200DA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8AB30-1A5C-457E-8FC1-D52114B0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貳、定命宮與身宮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9F587-14AE-4C75-9791-5500938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定命宮口訣 寅宮起正月,順數至生月; 於生月之宮起子時,逆數至生時,所落之宮即「命宮」。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0ED8D-3CA8-4432-BFC5-7303366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007</a:t>
            </a:r>
          </a:p>
        </p:txBody>
      </p:sp>
    </p:spTree>
    <p:extLst>
      <p:ext uri="{BB962C8B-B14F-4D97-AF65-F5344CB8AC3E}">
        <p14:creationId xmlns:p14="http://schemas.microsoft.com/office/powerpoint/2010/main" val="1480119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AD29F-FE12-468E-AA53-72D2BA64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31005-D36B-4726-8D9B-3479A552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貳、定命宮與身宮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39D93-831D-4875-9355-1A8D64EE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定身宮口訣 同樣寅宮起正月,順數至生月; 於生月之宮起子時,順數至生時,所落之宮即「身宮」。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88B59-C02E-4F24-AAD1-9925F361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008</a:t>
            </a:r>
          </a:p>
        </p:txBody>
      </p:sp>
    </p:spTree>
    <p:extLst>
      <p:ext uri="{BB962C8B-B14F-4D97-AF65-F5344CB8AC3E}">
        <p14:creationId xmlns:p14="http://schemas.microsoft.com/office/powerpoint/2010/main" val="4168029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DBB75-FE35-4DB4-8A9F-CCF64CFB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C04C1-FA60-4855-AD1D-93E8D1AB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貳、定命宮與身宮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909F6-08A7-4921-BE79-8370BED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E01A1-508F-46E1-9148-F4CAB489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E3A94-3922-45AC-A6BD-F440D257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簡記:命宮逆數、身宮順數,兩者皆自「生月宮起子時」。生於子時者,命身同宮。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07296-4AD1-4025-A9CA-31DA2B8B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009</a:t>
            </a:r>
          </a:p>
        </p:txBody>
      </p:sp>
    </p:spTree>
    <p:extLst>
      <p:ext uri="{BB962C8B-B14F-4D97-AF65-F5344CB8AC3E}">
        <p14:creationId xmlns:p14="http://schemas.microsoft.com/office/powerpoint/2010/main" val="766699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6EF90-AC38-449E-BABF-62DC4F3D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106DB-CCDA-45CE-9C88-1F3F29BB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參、定五行局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D30C8-35D6-4681-8E9F-95046B0E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AE110-97B1-457D-BD80-C8219D11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6498B-E967-4F1A-BBE2-EF703B64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五行局決定安紫微的起點,是排盤承先啟後的關鍵。方法:取「命宮」的干支(宮干由第二堂五虎遁定、宮支為命宮地支),查其六十甲子「納音五行」,即為五行局。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843E1-5B6A-4889-858A-16831E8F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010</a:t>
            </a:r>
          </a:p>
        </p:txBody>
      </p:sp>
    </p:spTree>
    <p:extLst>
      <p:ext uri="{BB962C8B-B14F-4D97-AF65-F5344CB8AC3E}">
        <p14:creationId xmlns:p14="http://schemas.microsoft.com/office/powerpoint/2010/main" val="10562823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C8B3E-EBBC-4614-83F4-4C9470D3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B6999-80C9-4862-B96A-671B816D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參、定五行局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490CE-45CE-4F9F-944D-2A5F5BC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納音五行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五行局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起運虛歲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納音舉例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水二局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2 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澗下水 · 大海水 · 天河水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木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木三局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3 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松柏木 · 大林木 · 桑柘木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金四局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4 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海中金 · 劍鋒金 · 白蠟金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土五局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5 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路旁土 · 大驛土 · 城頭土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火六局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6 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爐中火 · 天上火 · 山下火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B11D0-C3D7-4169-A769-AC283061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011</a:t>
            </a:r>
          </a:p>
        </p:txBody>
      </p:sp>
    </p:spTree>
    <p:extLst>
      <p:ext uri="{BB962C8B-B14F-4D97-AF65-F5344CB8AC3E}">
        <p14:creationId xmlns:p14="http://schemas.microsoft.com/office/powerpoint/2010/main" val="2134846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9D8EE-3127-48F8-BF26-3F3CBF81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E4F62-E7F4-4B16-809C-2441338D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參、定五行局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E9AFB-3010-41A6-A573-53AB770A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E56D2-9908-4020-9FB6-83E3BA23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82098-B858-4FA2-8F25-FD12699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例:命宮為「甲子」,甲子乙丑納音「海中金」→ 金四局。局數(2/3/4/5/6)同時就是大限起運的基準虛歲。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C7160-9E0E-425E-AD4C-52E95854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012</a:t>
            </a:r>
          </a:p>
        </p:txBody>
      </p:sp>
    </p:spTree>
    <p:extLst>
      <p:ext uri="{BB962C8B-B14F-4D97-AF65-F5344CB8AC3E}">
        <p14:creationId xmlns:p14="http://schemas.microsoft.com/office/powerpoint/2010/main" val="1711072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A5A46-5B84-4286-81CA-CC757B15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FB972-43A6-4707-A997-B272539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一、安紫微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75A87-8B07-4DEB-B15C-02676D3C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F7422-2251-4163-A36E-87078AE2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D8C90-25C3-4A22-AFA8-563EDB1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依五行局數與農曆生日,推算紫微星所落之宮。傳統以「紫微星訣(掌訣)」或定局表求得:大體是以生日按五行局數折算步數,再定紫微落宮。此步運算較繁,課堂以掌訣現場示範,並務必以命理軟體對照驗證。紫微一旦定位,其餘十三顆主星皆隨之而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25151-8FCB-4118-B6A2-164A6814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013</a:t>
            </a:r>
          </a:p>
        </p:txBody>
      </p:sp>
    </p:spTree>
    <p:extLst>
      <p:ext uri="{BB962C8B-B14F-4D97-AF65-F5344CB8AC3E}">
        <p14:creationId xmlns:p14="http://schemas.microsoft.com/office/powerpoint/2010/main" val="240514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3C31E-54BF-4882-A81F-8184CD05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30977-EB7E-4D66-811B-24C4C847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二、紫微系與天府系的相對安星口訣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BB219-C2FB-43A2-BA22-59A006BC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0AD92-9FF6-4A32-ADD2-4030E963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B98B8-35CA-4AFA-AE5C-60D92B74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紫微定位後,以「紫微系逆佈、天府系順佈」安其餘主星。先定天府:紫微與天府恆以「寅—申」為軸左右對稱(紫微在寅則天府亦在寅;紫微順進一宮,天府即逆退一宮)。兩系相對位置固定如下: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AE108-CC77-448D-B469-FFF191B4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014</a:t>
            </a:r>
          </a:p>
        </p:txBody>
      </p:sp>
    </p:spTree>
    <p:extLst>
      <p:ext uri="{BB962C8B-B14F-4D97-AF65-F5344CB8AC3E}">
        <p14:creationId xmlns:p14="http://schemas.microsoft.com/office/powerpoint/2010/main" val="19027958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72DA0-8C32-4860-AB47-8927D8F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E6C87-0DF1-470C-A10B-9CCE6D8A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二、紫微系與天府系的相對安星口訣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42629-42F3-4B15-A094-FDC6641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紫微系（自紫微逆行）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相對位置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天府系（自天府順行）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相對位置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天府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逆 1 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 1 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逆 3 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 2 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逆 4 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 3 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逆 5 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天相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 4 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廉貞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逆 8 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 5 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七殺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 6 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55E95-ABA0-446E-B508-4D28E116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015</a:t>
            </a:r>
          </a:p>
        </p:txBody>
      </p:sp>
    </p:spTree>
    <p:extLst>
      <p:ext uri="{BB962C8B-B14F-4D97-AF65-F5344CB8AC3E}">
        <p14:creationId xmlns:p14="http://schemas.microsoft.com/office/powerpoint/2010/main" val="862102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5711C-D15B-402A-B03F-CB718E10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AB72F-1EC2-4B70-BC5F-63DC2A07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二、紫微系與天府系的相對安星口訣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E9109-5D81-4205-A2D8-79214CAA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順 10 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842D-38F5-4ABF-B193-70A2DF7B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016</a:t>
            </a:r>
          </a:p>
        </p:txBody>
      </p:sp>
    </p:spTree>
    <p:extLst>
      <p:ext uri="{BB962C8B-B14F-4D97-AF65-F5344CB8AC3E}">
        <p14:creationId xmlns:p14="http://schemas.microsoft.com/office/powerpoint/2010/main" val="18472625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FBC4C-A9BA-42A5-889B-D8CFCA2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39BE6-E3D9-496B-A163-52C692F6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二、紫微系與天府系的相對安星口訣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D9EF0-2456-4FE7-A800-9D828B2A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安星口訣 紫微逆行:紫微、天機(逆一)、隔一安太陽、武曲、天同相連,空二復見廉貞。 天府順行:天府、太陰、貪狼、巨門、天相、天梁、七殺相連,空三安破軍。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252C0-D81D-4EB3-AA17-83A8376D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017</a:t>
            </a:r>
          </a:p>
        </p:txBody>
      </p:sp>
    </p:spTree>
    <p:extLst>
      <p:ext uri="{BB962C8B-B14F-4D97-AF65-F5344CB8AC3E}">
        <p14:creationId xmlns:p14="http://schemas.microsoft.com/office/powerpoint/2010/main" val="12925640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6F4B0-29FF-479E-B98B-F42D81BF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394E3-1395-4528-A5B5-1FBECF9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三、安輔曜、四化與運限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59405-17E7-4D75-81E5-5046C34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440E5-4010-46A5-8E4C-01A9C234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82CB6-9ACA-4BF9-B911-CADFDAC4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十四主星定位後,依各自安星訣續安: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① 六吉:左輔右弼(依生月)、文昌文曲(依生時)、天魁天鉞(依生年干)。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② 六煞:擎羊陀羅(隨祿存,依生年干)、火星鈴星(依生年支與生時)、地空地劫(依生時)。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③ 祿存天馬與雜曜:祿存(依生年干)、天馬(依生年支)、桃花貴人諸雜曜各依其訣。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④ 生年四化:依生年天干,查十天干四化表,將祿權科忌四化標於對應主星旁。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58772-D98F-47CE-8F9A-6B09735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018</a:t>
            </a:r>
          </a:p>
        </p:txBody>
      </p:sp>
    </p:spTree>
    <p:extLst>
      <p:ext uri="{BB962C8B-B14F-4D97-AF65-F5344CB8AC3E}">
        <p14:creationId xmlns:p14="http://schemas.microsoft.com/office/powerpoint/2010/main" val="6253755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17179-7E94-4AD4-BCFC-98DA9F85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E0DBB-EB77-4665-9FDA-F0F427AD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三、安輔曜、四化與運限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30CEC-F799-4E9F-8BB3-B76809CE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A7231-4FE9-4F4D-83C1-BDBBAEDA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AD13C-8B42-4F8C-8EDA-1F26069C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⑤ 運限:依五行局與陰陽男女定大限順逆(陽男陰女順、陰男陽女逆)、安小限與流年斗君。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5BCA8-65A4-4DD6-9467-C4CC2563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019</a:t>
            </a:r>
          </a:p>
        </p:txBody>
      </p:sp>
    </p:spTree>
    <p:extLst>
      <p:ext uri="{BB962C8B-B14F-4D97-AF65-F5344CB8AC3E}">
        <p14:creationId xmlns:p14="http://schemas.microsoft.com/office/powerpoint/2010/main" val="12551547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74D37-D059-4498-BDA0-04570FD6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0D1EC-0EA3-48D9-A172-BEB84237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四、安星流程一覽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667B4-0235-4E5A-A6B4-25B92CAC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步驟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動作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依據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定命宮、身宮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生月 + 生時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排十二宮宮干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生年干(五虎遁)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定五行局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命宮干支納音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安紫微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五行局 + 生日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安天府及十四主星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紫微系逆、天府系順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安六吉六煞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生年干 / 生月 / 生時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安祿存天馬與雜曜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生年干支 / 生時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9FD30-504C-421E-B6DA-6DA1C0AB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020</a:t>
            </a:r>
          </a:p>
        </p:txBody>
      </p:sp>
    </p:spTree>
    <p:extLst>
      <p:ext uri="{BB962C8B-B14F-4D97-AF65-F5344CB8AC3E}">
        <p14:creationId xmlns:p14="http://schemas.microsoft.com/office/powerpoint/2010/main" val="622732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F949D-E4D7-47C8-9C77-ECCC58F5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81390-79B2-4372-8DE7-D2863DF4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四、安星流程一覽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1FD33-BB26-436F-BCE7-2B3CA04F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22479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標生年四化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生年天干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22479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排大限、小限、流年斗君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五行局 + 陰陽男女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D415D-892A-43AA-B1E2-7F101FB0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021</a:t>
            </a:r>
          </a:p>
        </p:txBody>
      </p:sp>
    </p:spTree>
    <p:extLst>
      <p:ext uri="{BB962C8B-B14F-4D97-AF65-F5344CB8AC3E}">
        <p14:creationId xmlns:p14="http://schemas.microsoft.com/office/powerpoint/2010/main" val="13937930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3CD8F-3533-496E-9A33-9619B85C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9990E-A15D-4380-A08E-909CB799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伍、手工排盤與軟體的分工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1A827-9A0B-4859-B890-D2B6F2A0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60DAB-8D10-478C-9E5B-7766B928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001D-80E6-4DC6-82C5-9FDBC33C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一定要學會手工排盤,你才會懂每顆星「為什麼在那裡」——這是往後論斷有沒有根的關鍵。命理軟體(排盤 App)則用來加速與驗證:手排完一張,立刻用軟體核對,錯在哪、為什麼錯,一目了然。切忌一開始就只按軟體,那會讓你永遠停在「看得懂盤面、卻不懂盤理」的半吊子狀態。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629DB-71AD-49AD-A5CE-5908C301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022</a:t>
            </a:r>
          </a:p>
        </p:txBody>
      </p:sp>
    </p:spTree>
    <p:extLst>
      <p:ext uri="{BB962C8B-B14F-4D97-AF65-F5344CB8AC3E}">
        <p14:creationId xmlns:p14="http://schemas.microsoft.com/office/powerpoint/2010/main" val="20499531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F588A-25EB-4001-9977-35B58AD0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B003A-1346-471E-9009-9F94D3B2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F0F3B-1D45-44A7-B5E8-2F53CC6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7C652-ACB9-4385-98A0-095588C2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B9512-0477-4971-84FA-05E90D2F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農曆五月、生於卯時,命宮落於何宮?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命宮干支為「丙寅」,納音「爐中火」,五行局為何?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寫出天府系七顆連續主星的順序: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安星流程共九步,第 4、5 步分別是什麼?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E1BD2-CAA7-4C41-91CD-94B8B8D0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023</a:t>
            </a:r>
          </a:p>
        </p:txBody>
      </p:sp>
    </p:spTree>
    <p:extLst>
      <p:ext uri="{BB962C8B-B14F-4D97-AF65-F5344CB8AC3E}">
        <p14:creationId xmlns:p14="http://schemas.microsoft.com/office/powerpoint/2010/main" val="10981068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BCAF2-F93A-4E11-AD39-CECA5014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5BB75-E4D5-4602-BD3B-C911474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7AF30-7D96-49AB-8184-DD08914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B8C36-0DE2-45F7-9782-FF083F0B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C8F31-FBA2-438F-9932-E3ED215A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用下頁空白命盤,手工排出自己與兩位家人共三張完整命盤(含十四主星、四化)。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每張手排盤,以命理軟體核對,把不一致處與原因寫在盤旁。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背熟「紫微逆、天府順」十四主星安星口訣。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3F422-12D6-47B4-BB6C-248C4BC3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024</a:t>
            </a:r>
          </a:p>
        </p:txBody>
      </p:sp>
    </p:spTree>
    <p:extLst>
      <p:ext uri="{BB962C8B-B14F-4D97-AF65-F5344CB8AC3E}">
        <p14:creationId xmlns:p14="http://schemas.microsoft.com/office/powerpoint/2010/main" val="11619541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1DF65-EE2E-4DB4-8C09-6B8B244B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68FB2-6FB9-4C4E-94A1-98E8AFB1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附錄 · 空白命盤（練習用）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9A43E-84C9-4C6A-9D46-CA459675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7C905-CD82-4973-888C-59D12A2D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897D3-9E61-4295-8015-A316D677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地支盤面固定如下,請依本堂步驟填入命身十二宮、五行局與十四主星。可自行影印多份練習。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BAA0D-B612-4905-BD4F-B070ABAE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025</a:t>
            </a:r>
          </a:p>
        </p:txBody>
      </p:sp>
    </p:spTree>
    <p:extLst>
      <p:ext uri="{BB962C8B-B14F-4D97-AF65-F5344CB8AC3E}">
        <p14:creationId xmlns:p14="http://schemas.microsoft.com/office/powerpoint/2010/main" val="14638532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1DE66-9385-4F84-B59D-27C27FB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9692F-4570-4121-AE13-96BECBB4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附錄 · 空白命盤（練習用）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CEAC4-594D-4665-9404-FC8CE611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11239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巳 （宮名）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午 （宮名）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 （宮名）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申 （宮名）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11239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辰 （宮名）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 宮 姓名：__________ 性別：____ 國曆：____年____月____日____時 農曆：____年____月____日____時 五行局：________ 命主：______ 身主：______ 生年四化：__________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 宮 姓名：__________ 性別：____ 國曆：____年____月____日____時 農曆：____年____月____日____時 五行局：________ 命主：______ 身主：______ 生年四化：__________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酉 （宮名）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11239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卯 （宮名）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 宮 姓名：__________ 性別：____ 國曆：____年____月____日____時 農曆：____年____月____日____時 五行局：________ 命主：______ 身主：______ 生年四化：__________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 宮 姓名：__________ 性別：____ 國曆：____年____月____日____時 農曆：____年____月____日____時 五行局：________ 命主：______ 身主：______ 生年四化：__________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戌 （宮名）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112395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寅 （宮名）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丑 （宮名）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 （宮名）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亥 （宮名）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7719E-AC74-4FE8-94D8-AE3D849C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026</a:t>
            </a:r>
          </a:p>
        </p:txBody>
      </p:sp>
    </p:spTree>
    <p:extLst>
      <p:ext uri="{BB962C8B-B14F-4D97-AF65-F5344CB8AC3E}">
        <p14:creationId xmlns:p14="http://schemas.microsoft.com/office/powerpoint/2010/main" val="11528206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0CA43-8E5A-4BFF-A805-EB21C723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3F50F-768A-40CB-A587-5A3BE450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附錄 · 空白命盤（練習用）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B9420-4E62-443B-9C2D-B5473301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第四堂:十四主星(上)· 紫微系星情。你已能排出主星位置,下堂開始為每顆星注入「靈魂」,認識其性格與喜忌。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6BE6C-4D15-4277-8AAE-28EEC914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027</a:t>
            </a:r>
          </a:p>
        </p:txBody>
      </p:sp>
    </p:spTree>
    <p:extLst>
      <p:ext uri="{BB962C8B-B14F-4D97-AF65-F5344CB8AC3E}">
        <p14:creationId xmlns:p14="http://schemas.microsoft.com/office/powerpoint/2010/main" val="13986955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6A48D-C042-4F18-AC02-EE10C1C6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24E40-2D67-4DC9-8D5F-481C64F4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BFA08-6115-47EA-9FF5-AC1335D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7F3D9-6AD4-42AE-8641-995343A7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1D40F-92D1-4007-9688-069AE76E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FA571-77EA-4C77-9574-17FA333A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參   028</a:t>
            </a:r>
          </a:p>
        </p:txBody>
      </p:sp>
    </p:spTree>
    <p:extLst>
      <p:ext uri="{BB962C8B-B14F-4D97-AF65-F5344CB8AC3E}">
        <p14:creationId xmlns:p14="http://schemas.microsoft.com/office/powerpoint/2010/main" val="222384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2026-09-13T05:35:49.0460000Z</dcterms:created>
  <dcterms:modified xsi:type="dcterms:W3CDTF">2026-09-13T05:35:49.0460000Z</dcterms:modified>
</coreProperties>
</file>