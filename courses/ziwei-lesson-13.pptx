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e5b757f69e40d4" /><Relationship Type="http://schemas.openxmlformats.org/officeDocument/2006/relationships/extended-properties" Target="/docProps/app.xml" Id="R9289123669a640fc" /><Relationship Type="http://schemas.openxmlformats.org/officeDocument/2006/relationships/officeDocument" Target="/ppt/presentation.xml" Id="Rc9803ba31a2b4f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a681c7f2c45ef"/>
  </p:sldMasterIdLst>
  <p:notesMasterIdLst>
    <p:notesMasterId xmlns:r="http://schemas.openxmlformats.org/officeDocument/2006/relationships" r:id="R86c7bfa9bf294b16"/>
  </p:notesMasterIdLst>
  <p:sldIdLst>
    <p:sldId xmlns:r="http://schemas.openxmlformats.org/officeDocument/2006/relationships" id="256" r:id="R5c64fef0ba6b48e7"/>
    <p:sldId xmlns:r="http://schemas.openxmlformats.org/officeDocument/2006/relationships" id="257" r:id="R00a3e62d1d484989"/>
    <p:sldId xmlns:r="http://schemas.openxmlformats.org/officeDocument/2006/relationships" id="258" r:id="R226eca450ad84a28"/>
    <p:sldId xmlns:r="http://schemas.openxmlformats.org/officeDocument/2006/relationships" id="259" r:id="R632cfa95f21b4533"/>
    <p:sldId xmlns:r="http://schemas.openxmlformats.org/officeDocument/2006/relationships" id="260" r:id="R69a37b504042402f"/>
    <p:sldId xmlns:r="http://schemas.openxmlformats.org/officeDocument/2006/relationships" id="261" r:id="Rdc22b7fec65648bc"/>
    <p:sldId xmlns:r="http://schemas.openxmlformats.org/officeDocument/2006/relationships" id="262" r:id="R4db846b66aca4e2c"/>
    <p:sldId xmlns:r="http://schemas.openxmlformats.org/officeDocument/2006/relationships" id="263" r:id="R121fbda9682944c1"/>
    <p:sldId xmlns:r="http://schemas.openxmlformats.org/officeDocument/2006/relationships" id="264" r:id="R9a9d0fc78a8e404a"/>
    <p:sldId xmlns:r="http://schemas.openxmlformats.org/officeDocument/2006/relationships" id="265" r:id="Re09914939d1b4468"/>
    <p:sldId xmlns:r="http://schemas.openxmlformats.org/officeDocument/2006/relationships" id="266" r:id="R07e52768ef0541c1"/>
    <p:sldId xmlns:r="http://schemas.openxmlformats.org/officeDocument/2006/relationships" id="267" r:id="R5fb886c934cc4f2c"/>
    <p:sldId xmlns:r="http://schemas.openxmlformats.org/officeDocument/2006/relationships" id="268" r:id="R6af7165341ed4d97"/>
    <p:sldId xmlns:r="http://schemas.openxmlformats.org/officeDocument/2006/relationships" id="269" r:id="Rf9ca3271d49e4ca8"/>
    <p:sldId xmlns:r="http://schemas.openxmlformats.org/officeDocument/2006/relationships" id="270" r:id="R4157e2ffbd2042d6"/>
    <p:sldId xmlns:r="http://schemas.openxmlformats.org/officeDocument/2006/relationships" id="271" r:id="R6e389b3f83b84b10"/>
    <p:sldId xmlns:r="http://schemas.openxmlformats.org/officeDocument/2006/relationships" id="272" r:id="Ra1c0128ef77049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0f68cba0e3423d" /><Relationship Type="http://schemas.openxmlformats.org/officeDocument/2006/relationships/slideMaster" Target="/ppt/slideMasters/slideMaster1.xml" Id="Re01a681c7f2c45ef" /><Relationship Type="http://schemas.openxmlformats.org/officeDocument/2006/relationships/notesMaster" Target="/ppt/notesMasters/notesMaster1.xml" Id="R86c7bfa9bf294b16" /><Relationship Type="http://schemas.openxmlformats.org/officeDocument/2006/relationships/presProps" Target="/ppt/presProps.xml" Id="R922a05589ff8448e" /><Relationship Type="http://schemas.openxmlformats.org/officeDocument/2006/relationships/tableStyles" Target="/ppt/tableStyles.xml" Id="R1824cc6fc8e042c0" /><Relationship Type="http://schemas.openxmlformats.org/officeDocument/2006/relationships/slide" Target="/ppt/slides/slide1.xml" Id="R5c64fef0ba6b48e7" /><Relationship Type="http://schemas.openxmlformats.org/officeDocument/2006/relationships/slide" Target="/ppt/slides/slide2.xml" Id="R00a3e62d1d484989" /><Relationship Type="http://schemas.openxmlformats.org/officeDocument/2006/relationships/slide" Target="/ppt/slides/slide3.xml" Id="R226eca450ad84a28" /><Relationship Type="http://schemas.openxmlformats.org/officeDocument/2006/relationships/slide" Target="/ppt/slides/slide4.xml" Id="R632cfa95f21b4533" /><Relationship Type="http://schemas.openxmlformats.org/officeDocument/2006/relationships/slide" Target="/ppt/slides/slide5.xml" Id="R69a37b504042402f" /><Relationship Type="http://schemas.openxmlformats.org/officeDocument/2006/relationships/slide" Target="/ppt/slides/slide6.xml" Id="Rdc22b7fec65648bc" /><Relationship Type="http://schemas.openxmlformats.org/officeDocument/2006/relationships/slide" Target="/ppt/slides/slide7.xml" Id="R4db846b66aca4e2c" /><Relationship Type="http://schemas.openxmlformats.org/officeDocument/2006/relationships/slide" Target="/ppt/slides/slide8.xml" Id="R121fbda9682944c1" /><Relationship Type="http://schemas.openxmlformats.org/officeDocument/2006/relationships/slide" Target="/ppt/slides/slide9.xml" Id="R9a9d0fc78a8e404a" /><Relationship Type="http://schemas.openxmlformats.org/officeDocument/2006/relationships/slide" Target="/ppt/slides/slide10.xml" Id="Re09914939d1b4468" /><Relationship Type="http://schemas.openxmlformats.org/officeDocument/2006/relationships/slide" Target="/ppt/slides/slide11.xml" Id="R07e52768ef0541c1" /><Relationship Type="http://schemas.openxmlformats.org/officeDocument/2006/relationships/slide" Target="/ppt/slides/slide12.xml" Id="R5fb886c934cc4f2c" /><Relationship Type="http://schemas.openxmlformats.org/officeDocument/2006/relationships/slide" Target="/ppt/slides/slide13.xml" Id="R6af7165341ed4d97" /><Relationship Type="http://schemas.openxmlformats.org/officeDocument/2006/relationships/slide" Target="/ppt/slides/slide14.xml" Id="Rf9ca3271d49e4ca8" /><Relationship Type="http://schemas.openxmlformats.org/officeDocument/2006/relationships/slide" Target="/ppt/slides/slide15.xml" Id="R4157e2ffbd2042d6" /><Relationship Type="http://schemas.openxmlformats.org/officeDocument/2006/relationships/slide" Target="/ppt/slides/slide16.xml" Id="R6e389b3f83b84b10" /><Relationship Type="http://schemas.openxmlformats.org/officeDocument/2006/relationships/slide" Target="/ppt/slides/slide17.xml" Id="Ra1c0128ef77049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455774c4264b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1d8390aeb84f76" /><Relationship Type="http://schemas.openxmlformats.org/officeDocument/2006/relationships/notesMaster" Target="/ppt/notesMasters/notesMaster1.xml" Id="Rc5fb3fec7f624b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a6084f0738496b" /><Relationship Type="http://schemas.openxmlformats.org/officeDocument/2006/relationships/notesMaster" Target="/ppt/notesMasters/notesMaster1.xml" Id="Rc8a00062386b48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a070ecfe3a4fed" /><Relationship Type="http://schemas.openxmlformats.org/officeDocument/2006/relationships/notesMaster" Target="/ppt/notesMasters/notesMaster1.xml" Id="R0054e5d9a4ff44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c9c179a8a84dcd" /><Relationship Type="http://schemas.openxmlformats.org/officeDocument/2006/relationships/notesMaster" Target="/ppt/notesMasters/notesMaster1.xml" Id="Rfb7e5d435f6946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4b777ce63a4bba" /><Relationship Type="http://schemas.openxmlformats.org/officeDocument/2006/relationships/notesMaster" Target="/ppt/notesMasters/notesMaster1.xml" Id="R1bbbf6e11ff74b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af17e18d474b7e" /><Relationship Type="http://schemas.openxmlformats.org/officeDocument/2006/relationships/notesMaster" Target="/ppt/notesMasters/notesMaster1.xml" Id="Rd6b284b490cb43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dc883501034f4b" /><Relationship Type="http://schemas.openxmlformats.org/officeDocument/2006/relationships/notesMaster" Target="/ppt/notesMasters/notesMaster1.xml" Id="R36c0cb9c10de41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75455ff40b4225" /><Relationship Type="http://schemas.openxmlformats.org/officeDocument/2006/relationships/notesMaster" Target="/ppt/notesMasters/notesMaster1.xml" Id="Ra3810a72e53147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bd6a9712ae47ef" /><Relationship Type="http://schemas.openxmlformats.org/officeDocument/2006/relationships/notesMaster" Target="/ppt/notesMasters/notesMaster1.xml" Id="R0f7798dc6e7546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99bd60a8994995" /><Relationship Type="http://schemas.openxmlformats.org/officeDocument/2006/relationships/notesMaster" Target="/ppt/notesMasters/notesMaster1.xml" Id="Rafc9f12a1c2047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bb3c312fb44678" /><Relationship Type="http://schemas.openxmlformats.org/officeDocument/2006/relationships/notesMaster" Target="/ppt/notesMasters/notesMaster1.xml" Id="Rc925c54cff0c49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0df690693a420e" /><Relationship Type="http://schemas.openxmlformats.org/officeDocument/2006/relationships/notesMaster" Target="/ppt/notesMasters/notesMaster1.xml" Id="R51266ab20da644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4b0fbd445e47eb" /><Relationship Type="http://schemas.openxmlformats.org/officeDocument/2006/relationships/notesMaster" Target="/ppt/notesMasters/notesMaster1.xml" Id="R290a33020c5042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4a3c53baa441fb" /><Relationship Type="http://schemas.openxmlformats.org/officeDocument/2006/relationships/notesMaster" Target="/ppt/notesMasters/notesMaster1.xml" Id="R9ad9000563e24f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e4f6f69ea04a72" /><Relationship Type="http://schemas.openxmlformats.org/officeDocument/2006/relationships/notesMaster" Target="/ppt/notesMasters/notesMaster1.xml" Id="R4db0373f0dff43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b6aba1107049a2" /><Relationship Type="http://schemas.openxmlformats.org/officeDocument/2006/relationships/notesMaster" Target="/ppt/notesMasters/notesMaster1.xml" Id="Rb087e19407f54d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0cc76d707442ab" /><Relationship Type="http://schemas.openxmlformats.org/officeDocument/2006/relationships/notesMaster" Target="/ppt/notesMasters/notesMaster1.xml" Id="R55898f428696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C:\Users\eason1288\Documents\上課資料夾\紫微斗數課程\紫微斗數_第13堂_學生講義.docx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de61d693f40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6984f31d434ec6" /><Relationship Type="http://schemas.openxmlformats.org/officeDocument/2006/relationships/slideLayout" Target="/ppt/slideLayouts/slideLayout1.xml" Id="R4a685465399f4a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685465399f4a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13e8b580d4e81" /><Relationship Type="http://schemas.openxmlformats.org/officeDocument/2006/relationships/notesSlide" Target="/ppt/notesSlides/notesSlide1.xml" Id="R09e5db75a7c64e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f4307abda4ca7" /><Relationship Type="http://schemas.openxmlformats.org/officeDocument/2006/relationships/notesSlide" Target="/ppt/notesSlides/notesSlide2.xml" Id="R6a350ad6bf08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fa619f93a4fe4" /><Relationship Type="http://schemas.openxmlformats.org/officeDocument/2006/relationships/notesSlide" Target="/ppt/notesSlides/notesSlide3.xml" Id="R85df331665dc41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e1263995a4d05" /><Relationship Type="http://schemas.openxmlformats.org/officeDocument/2006/relationships/notesSlide" Target="/ppt/notesSlides/notesSlide4.xml" Id="Ra19c7e2556d54f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f8910737348a2" /><Relationship Type="http://schemas.openxmlformats.org/officeDocument/2006/relationships/notesSlide" Target="/ppt/notesSlides/notesSlide5.xml" Id="Rfccdd29daea54f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a305676f94183" /><Relationship Type="http://schemas.openxmlformats.org/officeDocument/2006/relationships/notesSlide" Target="/ppt/notesSlides/notesSlide6.xml" Id="R80b9320924a14e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5c22bbf134641" /><Relationship Type="http://schemas.openxmlformats.org/officeDocument/2006/relationships/notesSlide" Target="/ppt/notesSlides/notesSlide7.xml" Id="R8984b5de8c684b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9df8266554986" /><Relationship Type="http://schemas.openxmlformats.org/officeDocument/2006/relationships/notesSlide" Target="/ppt/notesSlides/notesSlide8.xml" Id="R20fceae3159146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9b356462c4790" /><Relationship Type="http://schemas.openxmlformats.org/officeDocument/2006/relationships/notesSlide" Target="/ppt/notesSlides/notesSlide9.xml" Id="R70e0ca6aae134b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fd70d2e0242a8" /><Relationship Type="http://schemas.openxmlformats.org/officeDocument/2006/relationships/notesSlide" Target="/ppt/notesSlides/notesSlide10.xml" Id="R8218e3d53c434a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48c96ed0e40ae" /><Relationship Type="http://schemas.openxmlformats.org/officeDocument/2006/relationships/notesSlide" Target="/ppt/notesSlides/notesSlide11.xml" Id="Ra1cc6483e9794f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1d2106fdb4882" /><Relationship Type="http://schemas.openxmlformats.org/officeDocument/2006/relationships/notesSlide" Target="/ppt/notesSlides/notesSlide12.xml" Id="Re64a095babe54a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4debe18644c61" /><Relationship Type="http://schemas.openxmlformats.org/officeDocument/2006/relationships/notesSlide" Target="/ppt/notesSlides/notesSlide13.xml" Id="R86c9c8cb782e4d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3c3de76fd4aed" /><Relationship Type="http://schemas.openxmlformats.org/officeDocument/2006/relationships/notesSlide" Target="/ppt/notesSlides/notesSlide14.xml" Id="R3da33338c23a46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13955d93544c3" /><Relationship Type="http://schemas.openxmlformats.org/officeDocument/2006/relationships/notesSlide" Target="/ppt/notesSlides/notesSlide15.xml" Id="Rc83f678352bf49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89397fc6d41a3" /><Relationship Type="http://schemas.openxmlformats.org/officeDocument/2006/relationships/notesSlide" Target="/ppt/notesSlides/notesSlide16.xml" Id="R349ec599784f40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2738654b147e0" /><Relationship Type="http://schemas.openxmlformats.org/officeDocument/2006/relationships/notesSlide" Target="/ppt/notesSlides/notesSlide17.xml" Id="Rf7c935183fe248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83174-FE47-42A0-9EE8-62177C4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C040F-A400-4F48-B4E9-95CB7DC5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68144-878F-41E8-8C7D-3BD644DB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D34E0-8CF1-419F-9344-AC4F92E9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看盤 SOP · 命身綜合與定盤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DFC7A-E22B-45DA-B189-313500F3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第13堂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FDD9D-5DDB-45BD-8B14-DFCD119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478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壹、為什麼需要 SOP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學了十二堂,知識已多,但真正拿到一張陌生盤時,新手常「東看西看、抓不到重點、越看越亂」。老手與新手的差別,不在懂得多,而在「有沒有一套穩定的看盤順序」。SOP 就是這套順序——它保證你每次都從最重要的地方看起、不遺漏、不亂套。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89DF6-5ACA-4D9F-A2F2-72E38CB3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670388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CE4A7-4530-404D-A3A5-FF67AAF4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FDA04-05C2-431D-A0D4-AF8A347B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871E1-1E3B-4E23-8408-EE575530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建立一套「拿到命盤先看什麼」的八步標準流程。 2. 熟練命身合參,並抓出一張盤的強旺宮與破敗宮。 3. 學會定盤與校時——用已知事件反推,修正生時。 4. 掌握「三秒定調法」,快速抓住一個人的氣質格調。 5. 能對一張陌生盤,按 SOP 完整走一遍並下總評。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CFC55-0288-403F-BBE6-7D813E58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002</a:t>
            </a:r>
          </a:p>
        </p:txBody>
      </p:sp>
    </p:spTree>
    <p:extLst>
      <p:ext uri="{BB962C8B-B14F-4D97-AF65-F5344CB8AC3E}">
        <p14:creationId xmlns:p14="http://schemas.microsoft.com/office/powerpoint/2010/main" val="395364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8548D-4CE0-474C-B662-3E83A8EA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88BAC-47C7-4EB4-9F35-76267FAA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壹、為什麼需要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380E-3240-4458-A8AD-EA489677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1BC7B-0930-4E67-B148-225853F9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018DF-170D-4683-8095-5FB54B51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學了十二堂,知識已多,但真正拿到一張陌生盤時,新手常「東看西看、抓不到重點、越看越亂」。老手與新手的差別,不在懂得多,而在「有沒有一套穩定的看盤順序」。SOP 就是這套順序——它保證你每次都從最重要的地方看起、不遺漏、不亂套。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1746C-8022-4C22-98BA-1E304FD7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003</a:t>
            </a:r>
          </a:p>
        </p:txBody>
      </p:sp>
    </p:spTree>
    <p:extLst>
      <p:ext uri="{BB962C8B-B14F-4D97-AF65-F5344CB8AC3E}">
        <p14:creationId xmlns:p14="http://schemas.microsoft.com/office/powerpoint/2010/main" val="1812287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7E005-B00B-42CC-9A9D-00AD4C7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748F6-19EB-4109-9D3D-07AE579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貳、看盤八步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BC588-F585-4CE9-B8DF-AC54CC90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5D924-868A-4ED2-BCD3-28BCDADE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45309-E0FA-4945-8CF2-A2CFD8B5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拿到任何一張命盤,依此八步依序進行: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01915-594E-44C6-B652-C100080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004</a:t>
            </a:r>
          </a:p>
        </p:txBody>
      </p:sp>
    </p:spTree>
    <p:extLst>
      <p:ext uri="{BB962C8B-B14F-4D97-AF65-F5344CB8AC3E}">
        <p14:creationId xmlns:p14="http://schemas.microsoft.com/office/powerpoint/2010/main" val="339586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B88F0-B41E-4F28-9326-D56AE9EB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D4DB5-1780-4B28-BF22-70B32D6D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貳、看盤八步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8049E-E45D-4F99-A043-3489563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步驟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動作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目的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定格局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看三方四正成何格、有無破格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先定人生的先天高度與量級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② 看命身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命宮主星、身宮所在、屬何星系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定主旋律與後天著力方向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③ 看福德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福德宮星情與吉煞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定心性——快不快樂、想不想得開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④ 看四正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命三方四正的吉煞四化會照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定命宮的助力與阻力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⑤ 抓生忌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生年四化,尤其生年忌落宮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定此生的甜頭與功課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⑥ 六條線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六條對宮線逐一體檢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全盤掃描、成對看人事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⑦ 定強破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找出最強旺宮與最破敗宮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定一生的資源與罩門所在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59F98-82CB-48FB-9CE6-EE335939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005</a:t>
            </a:r>
          </a:p>
        </p:txBody>
      </p:sp>
    </p:spTree>
    <p:extLst>
      <p:ext uri="{BB962C8B-B14F-4D97-AF65-F5344CB8AC3E}">
        <p14:creationId xmlns:p14="http://schemas.microsoft.com/office/powerpoint/2010/main" val="169266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B968A-7361-4FA4-8648-C53B5DD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53CEB-5423-4896-8CC6-FD94454A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貳、看盤八步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166D1-E0FB-4193-BD9D-C0D11E41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⑧ 下總評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綜合以上,排出重點與優先序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收斂成一段有條理的判語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D6A58-5DA5-4177-8C78-BAB58A3F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006</a:t>
            </a:r>
          </a:p>
        </p:txBody>
      </p:sp>
    </p:spTree>
    <p:extLst>
      <p:ext uri="{BB962C8B-B14F-4D97-AF65-F5344CB8AC3E}">
        <p14:creationId xmlns:p14="http://schemas.microsoft.com/office/powerpoint/2010/main" val="67493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16678-6843-4A5C-B29D-98AE29FF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2924E-BB27-4A35-87A4-CF403376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貳、看盤八步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12AE0-D937-4662-9098-7AF50509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八步口訣 格局 → 命身 → 福德 → 四正 → 生忌 → 六線 → 強破 → 總評。 先大後小、先體後用:先定高度與心性,再論細節與吉凶。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85ED2-50F3-4FD4-9AE9-8FE865B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007</a:t>
            </a:r>
          </a:p>
        </p:txBody>
      </p:sp>
    </p:spTree>
    <p:extLst>
      <p:ext uri="{BB962C8B-B14F-4D97-AF65-F5344CB8AC3E}">
        <p14:creationId xmlns:p14="http://schemas.microsoft.com/office/powerpoint/2010/main" val="1628404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7EA9D-3D65-4351-AB69-866DAFBC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3653D-5553-4CCA-AFED-180901D5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一、命身合參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C2391-EDFB-4D75-B8B7-C9592F78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991B1-A371-45DA-AF93-D4A68766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4C473-FCBC-4E87-9E96-808F05DB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宮定先天本質,身宮定後天著力。兩者合看:身宮若與命宮同宮,主一生表裡如一、目標專注;身宮落在其他宮(夫妻、財帛、遷移、官祿、福德),則主中年後,那個領域會成為人生的重心。論一個人「越活越像什麼」,看身宮所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4A0FE-60B4-438C-9A76-1498A347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008</a:t>
            </a:r>
          </a:p>
        </p:txBody>
      </p:sp>
    </p:spTree>
    <p:extLst>
      <p:ext uri="{BB962C8B-B14F-4D97-AF65-F5344CB8AC3E}">
        <p14:creationId xmlns:p14="http://schemas.microsoft.com/office/powerpoint/2010/main" val="296500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8B7EE-FEFD-408D-B7E7-FD615E64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8EF31-AEE4-4B36-B80B-49361B0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二、強旺宮與破敗宮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B8AA5-6067-401D-B484-F08AF961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D2E7E-C290-4057-8780-E7199DCA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F7E4B-633D-40DD-A066-1662A397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每張盤都有「最強旺」與「最破敗」的宮位——這是快速抓重點的利器: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強旺宮:主星廟旺、會吉星化祿、成格之宮。它是一生的「資源與王牌」所在,最能發揮、最易有成的領域。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破敗宮:主星落陷、煞忌交攻、成敗局之宮。它是一生的「罩門與功課」所在,最易出問題、最需防範的領域。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抓住這一強一破兩宮,就抓住了一張盤的骨幹:告訴對方「你的王牌在哪、罩門在哪」,往往比細數十二宮更打動人心。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7E0A4-0068-44F8-8E59-72F5E1BC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009</a:t>
            </a:r>
          </a:p>
        </p:txBody>
      </p:sp>
    </p:spTree>
    <p:extLst>
      <p:ext uri="{BB962C8B-B14F-4D97-AF65-F5344CB8AC3E}">
        <p14:creationId xmlns:p14="http://schemas.microsoft.com/office/powerpoint/2010/main" val="926467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32B8E-AA1E-497D-972F-7E37059C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71404-B403-4697-A2A6-664441D2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肆、定盤與校時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358B5-3A5A-491B-AC55-E9C38F95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3C23F-D231-4C14-83C4-00594FE4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58BF1-C9BF-4FB5-B54F-86C0E6FA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客戶報來的時辰未必準確,而時辰一錯、命宮全盤位移。因此論命前,常需「定盤校時」——用已知的事實,反推驗證時辰對不對: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① 真太陽時校正:先依出生地經度與(若有)夏令時間,把鐘錶時間還原為真太陽時(第三堂)。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② 早晚子時確認:生於子時者,問清是 23–24(早子、當日)或 00–01(晚子、次日)。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③ 事件反推:用當事人已確定發生的大事(結婚、生子、開刀、破財、升遷之年),對照該年運限四化是否吻合;若不合,微調時辰(常是相鄰時辰)再驗,直到大事都對得上。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④ 性格與六親印證:以命宮性格、父母/配偶特徵交叉驗證,輔助定盤。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D90C8-0612-4A0E-9F69-DC4FB9D7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010</a:t>
            </a:r>
          </a:p>
        </p:txBody>
      </p:sp>
    </p:spTree>
    <p:extLst>
      <p:ext uri="{BB962C8B-B14F-4D97-AF65-F5344CB8AC3E}">
        <p14:creationId xmlns:p14="http://schemas.microsoft.com/office/powerpoint/2010/main" val="18683029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16243-C0A1-4B48-BD8A-EAE4C82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706AA-28E0-4768-99AE-DEC4664D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肆、定盤與校時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EBCED-C188-4F5C-88D8-A7E8154F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寧信事件、不盡信報時。用「過去已發生的事」反推校準時辰,是專業與業餘的分水嶺——連過去都對不上的盤,論未來全是空談。能說中過去,才有資格談未來。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4D1F8-4FFC-4FE9-89AB-44F47508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011</a:t>
            </a:r>
          </a:p>
        </p:txBody>
      </p:sp>
    </p:spTree>
    <p:extLst>
      <p:ext uri="{BB962C8B-B14F-4D97-AF65-F5344CB8AC3E}">
        <p14:creationId xmlns:p14="http://schemas.microsoft.com/office/powerpoint/2010/main" val="16816016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F4F5C-D793-4FBC-9BD6-D1B0E1CA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343EE-DD41-4206-966C-93AD83DC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伍、三秒定調法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D2421-EBC0-45DF-A2C1-07B6A807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B243F-F1ED-4794-A8C1-B23D20D5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77490-466A-4B9F-A0EC-EB7A4668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進階的老手,拿到盤往往三秒就有個「大方向」,再細看驗證。訣竅是先掃三宮: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命宮:抓這個人的核心性情與格局(是強是弱、屬何星系)。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福德宮:抓他的心性與福分(快不快樂、想不想得開、能不能享福)。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遷移宮:抓他的外在氣場與社會際遇(別人怎麼看他、宜內宜外)。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命、福、遷三宮一掃,一個人的「氣質格調」就出來了,再依八步 SOP 細看驗證。這是熟能生巧之事,先求穩、後求快。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138C4-425A-48E3-A877-B92379C6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012</a:t>
            </a:r>
          </a:p>
        </p:txBody>
      </p:sp>
    </p:spTree>
    <p:extLst>
      <p:ext uri="{BB962C8B-B14F-4D97-AF65-F5344CB8AC3E}">
        <p14:creationId xmlns:p14="http://schemas.microsoft.com/office/powerpoint/2010/main" val="6106461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BE193-3760-4698-93DB-7D0F6B07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4F364-0A2D-4037-B057-30F0F3F1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D34DB-FE6F-479B-B184-3510DC2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3FF71-2890-4567-B663-B7821FF3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A1B17-19ED-4921-BEDB-FB886AA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寫出看盤八步 SOP 的順序: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「強旺宮」與「破敗宮」各代表一生的什麼?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定盤時,用什麼方法校正時辰最可靠?為什麼?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「三秒定調法」先掃哪三宮?各抓什麼?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0C1C0-726E-4DC5-9D91-D1F2DF39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013</a:t>
            </a:r>
          </a:p>
        </p:txBody>
      </p:sp>
    </p:spTree>
    <p:extLst>
      <p:ext uri="{BB962C8B-B14F-4D97-AF65-F5344CB8AC3E}">
        <p14:creationId xmlns:p14="http://schemas.microsoft.com/office/powerpoint/2010/main" val="1920929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9C3FC-7B49-498F-960A-4018B4A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31838-A955-43F2-A54C-BBCE5277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E3928-C402-4432-B276-CE13276D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43428-0BFF-46A9-BADF-F468B2E5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4AF20-79F1-4045-B97F-FB73AB9F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身宮與命宮同宮,主什麼?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6E184-4C32-4E87-A495-14C34F5F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014</a:t>
            </a:r>
          </a:p>
        </p:txBody>
      </p:sp>
    </p:spTree>
    <p:extLst>
      <p:ext uri="{BB962C8B-B14F-4D97-AF65-F5344CB8AC3E}">
        <p14:creationId xmlns:p14="http://schemas.microsoft.com/office/powerpoint/2010/main" val="20615637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3B578-58D7-4F09-A520-3A983DCD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22FB-7F20-4D3D-B78E-AFF3C96B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D38F1-23C2-48E6-B960-E5A2324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C1DCF-BE51-4C1F-A7C6-461F8AB3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669B3-6FF9-4DB8-86CE-927ECCA9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對三張陌生盤,各按八步 SOP 完整走一遍,全程錄音後自評。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找一位家人,用「事件反推法」驗證其命盤時辰是否正確。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為自己的命盤,寫出一段「三秒定調 + 八步細評」的完整總評。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7A04E-9A36-4339-BCC1-2137D0B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015</a:t>
            </a:r>
          </a:p>
        </p:txBody>
      </p:sp>
    </p:spTree>
    <p:extLst>
      <p:ext uri="{BB962C8B-B14F-4D97-AF65-F5344CB8AC3E}">
        <p14:creationId xmlns:p14="http://schemas.microsoft.com/office/powerpoint/2010/main" val="15792828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AACBB-1A4F-4942-AD0E-862A6586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C943A-3546-4DBF-9BF3-2218CBAF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35B21-A790-4C06-8B2E-F099C4DB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階段小結 · 下堂預告 至此第三階段完成——你已能對一張盤做完整的靜態論斷(格局、十二宮、SOP)。第十四堂進入第四階段:飛星四化,讓靜態的盤「動」起來,論出前因後果。這是全課的分水嶺。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507B7-27F0-4A58-8BBF-0E21E8E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016</a:t>
            </a:r>
          </a:p>
        </p:txBody>
      </p:sp>
    </p:spTree>
    <p:extLst>
      <p:ext uri="{BB962C8B-B14F-4D97-AF65-F5344CB8AC3E}">
        <p14:creationId xmlns:p14="http://schemas.microsoft.com/office/powerpoint/2010/main" val="14676656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D1E4C-B652-4222-8307-85CB8721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8A268-1D3F-4D3B-A2DE-4098D345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F22AD-5DB9-4A46-A509-E770FC77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7DE76-6EF3-4B86-88B2-BFB25E2B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86F48-6ED7-4E64-AF7E-FD35F52F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E1888-D308-45C8-8DB8-520CA30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拾參   017</a:t>
            </a:r>
          </a:p>
        </p:txBody>
      </p:sp>
    </p:spTree>
    <p:extLst>
      <p:ext uri="{BB962C8B-B14F-4D97-AF65-F5344CB8AC3E}">
        <p14:creationId xmlns:p14="http://schemas.microsoft.com/office/powerpoint/2010/main" val="629991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2026-09-13T05:37:36.0830000Z</dcterms:created>
  <dcterms:modified xsi:type="dcterms:W3CDTF">2026-09-13T05:37:36.0830000Z</dcterms:modified>
</coreProperties>
</file>