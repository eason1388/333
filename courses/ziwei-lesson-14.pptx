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88c10f6f5e45de" /><Relationship Type="http://schemas.openxmlformats.org/officeDocument/2006/relationships/extended-properties" Target="/docProps/app.xml" Id="R24f477f497eb4cdb" /><Relationship Type="http://schemas.openxmlformats.org/officeDocument/2006/relationships/officeDocument" Target="/ppt/presentation.xml" Id="Rd7db125d535f44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5d77b99b50454f"/>
  </p:sldMasterIdLst>
  <p:notesMasterIdLst>
    <p:notesMasterId xmlns:r="http://schemas.openxmlformats.org/officeDocument/2006/relationships" r:id="Re136e777a5ba40c9"/>
  </p:notesMasterIdLst>
  <p:sldIdLst>
    <p:sldId xmlns:r="http://schemas.openxmlformats.org/officeDocument/2006/relationships" id="256" r:id="R53470e552de14882"/>
    <p:sldId xmlns:r="http://schemas.openxmlformats.org/officeDocument/2006/relationships" id="257" r:id="R868a727444e54b09"/>
    <p:sldId xmlns:r="http://schemas.openxmlformats.org/officeDocument/2006/relationships" id="258" r:id="Rc51910861c544015"/>
    <p:sldId xmlns:r="http://schemas.openxmlformats.org/officeDocument/2006/relationships" id="259" r:id="R2b995123ef55442a"/>
    <p:sldId xmlns:r="http://schemas.openxmlformats.org/officeDocument/2006/relationships" id="260" r:id="R2b899029da664e5f"/>
    <p:sldId xmlns:r="http://schemas.openxmlformats.org/officeDocument/2006/relationships" id="261" r:id="Rb739f9675374450e"/>
    <p:sldId xmlns:r="http://schemas.openxmlformats.org/officeDocument/2006/relationships" id="262" r:id="Re8f7363e399f49c5"/>
    <p:sldId xmlns:r="http://schemas.openxmlformats.org/officeDocument/2006/relationships" id="263" r:id="Rd654c5f540964aa6"/>
    <p:sldId xmlns:r="http://schemas.openxmlformats.org/officeDocument/2006/relationships" id="264" r:id="Re72b3f91a31b408f"/>
    <p:sldId xmlns:r="http://schemas.openxmlformats.org/officeDocument/2006/relationships" id="265" r:id="R7c277013d449446b"/>
    <p:sldId xmlns:r="http://schemas.openxmlformats.org/officeDocument/2006/relationships" id="266" r:id="Rac270136228c40fd"/>
    <p:sldId xmlns:r="http://schemas.openxmlformats.org/officeDocument/2006/relationships" id="267" r:id="Rac9e3ef05d4c4d7b"/>
    <p:sldId xmlns:r="http://schemas.openxmlformats.org/officeDocument/2006/relationships" id="268" r:id="R0c6887a177b14d38"/>
    <p:sldId xmlns:r="http://schemas.openxmlformats.org/officeDocument/2006/relationships" id="269" r:id="R4fa16cc5a65447a4"/>
    <p:sldId xmlns:r="http://schemas.openxmlformats.org/officeDocument/2006/relationships" id="270" r:id="R699007b384a849e3"/>
    <p:sldId xmlns:r="http://schemas.openxmlformats.org/officeDocument/2006/relationships" id="271" r:id="R801ae2f6e4104c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be8e2b4b554f02" /><Relationship Type="http://schemas.openxmlformats.org/officeDocument/2006/relationships/slideMaster" Target="/ppt/slideMasters/slideMaster1.xml" Id="R805d77b99b50454f" /><Relationship Type="http://schemas.openxmlformats.org/officeDocument/2006/relationships/notesMaster" Target="/ppt/notesMasters/notesMaster1.xml" Id="Re136e777a5ba40c9" /><Relationship Type="http://schemas.openxmlformats.org/officeDocument/2006/relationships/presProps" Target="/ppt/presProps.xml" Id="R0289bbe8618b4108" /><Relationship Type="http://schemas.openxmlformats.org/officeDocument/2006/relationships/tableStyles" Target="/ppt/tableStyles.xml" Id="Rc7a3c8919d334e04" /><Relationship Type="http://schemas.openxmlformats.org/officeDocument/2006/relationships/slide" Target="/ppt/slides/slide1.xml" Id="R53470e552de14882" /><Relationship Type="http://schemas.openxmlformats.org/officeDocument/2006/relationships/slide" Target="/ppt/slides/slide2.xml" Id="R868a727444e54b09" /><Relationship Type="http://schemas.openxmlformats.org/officeDocument/2006/relationships/slide" Target="/ppt/slides/slide3.xml" Id="Rc51910861c544015" /><Relationship Type="http://schemas.openxmlformats.org/officeDocument/2006/relationships/slide" Target="/ppt/slides/slide4.xml" Id="R2b995123ef55442a" /><Relationship Type="http://schemas.openxmlformats.org/officeDocument/2006/relationships/slide" Target="/ppt/slides/slide5.xml" Id="R2b899029da664e5f" /><Relationship Type="http://schemas.openxmlformats.org/officeDocument/2006/relationships/slide" Target="/ppt/slides/slide6.xml" Id="Rb739f9675374450e" /><Relationship Type="http://schemas.openxmlformats.org/officeDocument/2006/relationships/slide" Target="/ppt/slides/slide7.xml" Id="Re8f7363e399f49c5" /><Relationship Type="http://schemas.openxmlformats.org/officeDocument/2006/relationships/slide" Target="/ppt/slides/slide8.xml" Id="Rd654c5f540964aa6" /><Relationship Type="http://schemas.openxmlformats.org/officeDocument/2006/relationships/slide" Target="/ppt/slides/slide9.xml" Id="Re72b3f91a31b408f" /><Relationship Type="http://schemas.openxmlformats.org/officeDocument/2006/relationships/slide" Target="/ppt/slides/slide10.xml" Id="R7c277013d449446b" /><Relationship Type="http://schemas.openxmlformats.org/officeDocument/2006/relationships/slide" Target="/ppt/slides/slide11.xml" Id="Rac270136228c40fd" /><Relationship Type="http://schemas.openxmlformats.org/officeDocument/2006/relationships/slide" Target="/ppt/slides/slide12.xml" Id="Rac9e3ef05d4c4d7b" /><Relationship Type="http://schemas.openxmlformats.org/officeDocument/2006/relationships/slide" Target="/ppt/slides/slide13.xml" Id="R0c6887a177b14d38" /><Relationship Type="http://schemas.openxmlformats.org/officeDocument/2006/relationships/slide" Target="/ppt/slides/slide14.xml" Id="R4fa16cc5a65447a4" /><Relationship Type="http://schemas.openxmlformats.org/officeDocument/2006/relationships/slide" Target="/ppt/slides/slide15.xml" Id="R699007b384a849e3" /><Relationship Type="http://schemas.openxmlformats.org/officeDocument/2006/relationships/slide" Target="/ppt/slides/slide16.xml" Id="R801ae2f6e4104c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caf25612bb44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4eda7edf584e72" /><Relationship Type="http://schemas.openxmlformats.org/officeDocument/2006/relationships/notesMaster" Target="/ppt/notesMasters/notesMaster1.xml" Id="R71c70188355a42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00900ecd6c4c45" /><Relationship Type="http://schemas.openxmlformats.org/officeDocument/2006/relationships/notesMaster" Target="/ppt/notesMasters/notesMaster1.xml" Id="Re20fddb1920647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8983a451574d77" /><Relationship Type="http://schemas.openxmlformats.org/officeDocument/2006/relationships/notesMaster" Target="/ppt/notesMasters/notesMaster1.xml" Id="R9fbf31f7ccd244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fd28c8d28b4023" /><Relationship Type="http://schemas.openxmlformats.org/officeDocument/2006/relationships/notesMaster" Target="/ppt/notesMasters/notesMaster1.xml" Id="Rfea667a7b50745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5faca78a70499e" /><Relationship Type="http://schemas.openxmlformats.org/officeDocument/2006/relationships/notesMaster" Target="/ppt/notesMasters/notesMaster1.xml" Id="R3f90ebaefc9145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4ce46d28b840bd" /><Relationship Type="http://schemas.openxmlformats.org/officeDocument/2006/relationships/notesMaster" Target="/ppt/notesMasters/notesMaster1.xml" Id="Rd9f9767961c64c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625413f7274531" /><Relationship Type="http://schemas.openxmlformats.org/officeDocument/2006/relationships/notesMaster" Target="/ppt/notesMasters/notesMaster1.xml" Id="Reaf09c2acee64b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5ad1aa7c9c4fbb" /><Relationship Type="http://schemas.openxmlformats.org/officeDocument/2006/relationships/notesMaster" Target="/ppt/notesMasters/notesMaster1.xml" Id="Rae306c0e85e849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f94eb0fe374626" /><Relationship Type="http://schemas.openxmlformats.org/officeDocument/2006/relationships/notesMaster" Target="/ppt/notesMasters/notesMaster1.xml" Id="Rb36e885c659447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ee19e4f063405e" /><Relationship Type="http://schemas.openxmlformats.org/officeDocument/2006/relationships/notesMaster" Target="/ppt/notesMasters/notesMaster1.xml" Id="R689963c45f6044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feb95d7e6b4dff" /><Relationship Type="http://schemas.openxmlformats.org/officeDocument/2006/relationships/notesMaster" Target="/ppt/notesMasters/notesMaster1.xml" Id="R1084ca8fe1f046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9e0412d5af4bbe" /><Relationship Type="http://schemas.openxmlformats.org/officeDocument/2006/relationships/notesMaster" Target="/ppt/notesMasters/notesMaster1.xml" Id="R68e3740b0b404f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c84cbfbcda47c2" /><Relationship Type="http://schemas.openxmlformats.org/officeDocument/2006/relationships/notesMaster" Target="/ppt/notesMasters/notesMaster1.xml" Id="R22c2e399f5c540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adb06cc2644f2c" /><Relationship Type="http://schemas.openxmlformats.org/officeDocument/2006/relationships/notesMaster" Target="/ppt/notesMasters/notesMaster1.xml" Id="R8fd26953a4964a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1325e6ed694676" /><Relationship Type="http://schemas.openxmlformats.org/officeDocument/2006/relationships/notesMaster" Target="/ppt/notesMasters/notesMaster1.xml" Id="R27a8b6857a8443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c6b50a9a134dc9" /><Relationship Type="http://schemas.openxmlformats.org/officeDocument/2006/relationships/notesMaster" Target="/ppt/notesMasters/notesMaster1.xml" Id="R4bf6545c87a445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C:\Users\eason1288\Documents\上課資料夾\紫微斗數課程\紫微斗數_第14堂_學生講義.docx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73656687744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27bce8b7694584" /><Relationship Type="http://schemas.openxmlformats.org/officeDocument/2006/relationships/slideLayout" Target="/ppt/slideLayouts/slideLayout1.xml" Id="Rbb9fae5aa12e4f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9fae5aa12e4f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8d581f1424c0a" /><Relationship Type="http://schemas.openxmlformats.org/officeDocument/2006/relationships/notesSlide" Target="/ppt/notesSlides/notesSlide1.xml" Id="R63f24a55c45a4b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2efd76c9d4ce0" /><Relationship Type="http://schemas.openxmlformats.org/officeDocument/2006/relationships/notesSlide" Target="/ppt/notesSlides/notesSlide2.xml" Id="R8b405ab5a20044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a853b6f7543c1" /><Relationship Type="http://schemas.openxmlformats.org/officeDocument/2006/relationships/notesSlide" Target="/ppt/notesSlides/notesSlide3.xml" Id="Rcdcc2e7878094d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e036999634a7d" /><Relationship Type="http://schemas.openxmlformats.org/officeDocument/2006/relationships/notesSlide" Target="/ppt/notesSlides/notesSlide4.xml" Id="R578d148d9fa94f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b25d564b74748" /><Relationship Type="http://schemas.openxmlformats.org/officeDocument/2006/relationships/notesSlide" Target="/ppt/notesSlides/notesSlide5.xml" Id="R54961e9fa01740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5f9cba94f425e" /><Relationship Type="http://schemas.openxmlformats.org/officeDocument/2006/relationships/notesSlide" Target="/ppt/notesSlides/notesSlide6.xml" Id="R7dc837bfa9504a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6811a1a3c4e42" /><Relationship Type="http://schemas.openxmlformats.org/officeDocument/2006/relationships/notesSlide" Target="/ppt/notesSlides/notesSlide7.xml" Id="Racd5d14b401744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817efd6d246bc" /><Relationship Type="http://schemas.openxmlformats.org/officeDocument/2006/relationships/notesSlide" Target="/ppt/notesSlides/notesSlide8.xml" Id="R9c7bc671ac6042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396be2893406f" /><Relationship Type="http://schemas.openxmlformats.org/officeDocument/2006/relationships/notesSlide" Target="/ppt/notesSlides/notesSlide9.xml" Id="R7fd684b10b4b46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47a8e08904633" /><Relationship Type="http://schemas.openxmlformats.org/officeDocument/2006/relationships/notesSlide" Target="/ppt/notesSlides/notesSlide10.xml" Id="R2e30284928e243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0f5223575428a" /><Relationship Type="http://schemas.openxmlformats.org/officeDocument/2006/relationships/notesSlide" Target="/ppt/notesSlides/notesSlide11.xml" Id="R47c62d8da65644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d3a8fcb6a4155" /><Relationship Type="http://schemas.openxmlformats.org/officeDocument/2006/relationships/notesSlide" Target="/ppt/notesSlides/notesSlide12.xml" Id="Rd1bb22dd517b4f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26b91d6c6446b" /><Relationship Type="http://schemas.openxmlformats.org/officeDocument/2006/relationships/notesSlide" Target="/ppt/notesSlides/notesSlide13.xml" Id="R0890c9f90d2445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563b4b9e94478" /><Relationship Type="http://schemas.openxmlformats.org/officeDocument/2006/relationships/notesSlide" Target="/ppt/notesSlides/notesSlide14.xml" Id="Rf2f1521aafcf42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2626ff06a4856" /><Relationship Type="http://schemas.openxmlformats.org/officeDocument/2006/relationships/notesSlide" Target="/ppt/notesSlides/notesSlide15.xml" Id="Rf1517fef63e543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05aa5a2634884" /><Relationship Type="http://schemas.openxmlformats.org/officeDocument/2006/relationships/notesSlide" Target="/ppt/notesSlides/notesSlide16.xml" Id="R05df676b3fba43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C2CF3-4518-49E8-B25F-16313FD2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EF47B-D0F0-4507-A1B1-A45D7C2A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拾肆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F79AC-7EC7-46D3-ACB4-B37B66D0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2F467-7D70-4DDD-BECD-D0CB6B5A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飛星四化入門 · 宮位自化與飛化原理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8AA64-B0C1-4FFC-A312-39BDC99B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第14堂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90B13-290E-41D2-99F2-8D4A07B7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46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壹、從三合到飛星:觀念的轉換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前三個階段學的是「三合派」——看命盤裡「有什麼」:什麼主星、什麼格局、什麼吉煞。這是靜態的、是「體」。但人生是動的:錢從哪來、感情為何生變、誰欠了誰——這些「怎麼流動、因果如何」的問題,要靠「飛星派」來回答,這是動態的、是「用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73D68-57AE-4775-8D67-425F0A42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1880259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49B67-9E74-4191-9E0A-F1EE3E9E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90897-0CD6-4245-B384-D836705E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D77C7-2656-488F-BD99-8C056D16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從三合派靜態盤,跨入飛星派的動態論法。 2. 理解「以宮干飛四化」的原理——宮與宮如何產生因果線。 3. 徹底掌握「自化」的四種型態與其意義,尤其自化忌。 4. 分清向心力(化入)與離心力(化出/自化)、體與用、我與他。 5. 能標出自己命盤十二宮的宮干,列出各宮的飛化與自化。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5B0B6-E1D3-45DE-B781-DC76CFD1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拾肆   002</a:t>
            </a:r>
          </a:p>
        </p:txBody>
      </p:sp>
    </p:spTree>
    <p:extLst>
      <p:ext uri="{BB962C8B-B14F-4D97-AF65-F5344CB8AC3E}">
        <p14:creationId xmlns:p14="http://schemas.microsoft.com/office/powerpoint/2010/main" val="1693901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13B0C-9A53-4838-89BC-80B633F7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A8F14-E9B6-46DB-9CBF-DB999985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壹、從三合到飛星:觀念的轉換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5B2FD-FE25-4D12-B618-411E737C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A9BE6-76D9-4837-865D-C81DC616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439AB-A283-4E70-81B3-457483B1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前三個階段學的是「三合派」——看命盤裡「有什麼」:什麼主星、什麼格局、什麼吉煞。這是靜態的、是「體」。但人生是動的:錢從哪來、感情為何生變、誰欠了誰——這些「怎麼流動、因果如何」的問題,要靠「飛星派」來回答,這是動態的、是「用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26F0A-9CA1-482A-A3F6-35D1C98A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拾肆   003</a:t>
            </a:r>
          </a:p>
        </p:txBody>
      </p:sp>
    </p:spTree>
    <p:extLst>
      <p:ext uri="{BB962C8B-B14F-4D97-AF65-F5344CB8AC3E}">
        <p14:creationId xmlns:p14="http://schemas.microsoft.com/office/powerpoint/2010/main" val="9939477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990A0-CC59-4C36-9CC5-A6C8F986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23B7F-617A-4A7D-9CBB-7DD78A86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壹、從三合到飛星:觀念的轉換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132B6-C38D-4F12-8B50-45ED5637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一句話分清體用 三合派看「有什麼」(靜態、體);飛星派看「怎麼流動、誰欠誰」(動態、用)。 本課「三合為體、飛星為用」:先用前三階段打穩地基,現在讓盤「動」起來。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DDA6B-84CD-45BC-A0CD-F678BDF1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拾肆   004</a:t>
            </a:r>
          </a:p>
        </p:txBody>
      </p:sp>
    </p:spTree>
    <p:extLst>
      <p:ext uri="{BB962C8B-B14F-4D97-AF65-F5344CB8AC3E}">
        <p14:creationId xmlns:p14="http://schemas.microsoft.com/office/powerpoint/2010/main" val="2727768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72B00-E603-4CD3-BEC0-0DB59E9D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8C5BA-72BD-4898-9950-10764FF2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貳、飛化原理:以宮干飛四化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8159C-BBA3-4E29-BF37-1C2677BC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E84FB-C224-4AA7-AB47-8CF31D4C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25C69-00F4-4E1C-BD8C-36A48FCA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關鍵在第二堂學過的「宮干」。每一宮除了固定的地支,還有一個由五虎遁定出的「宮干」。飛星的核心動作就是: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第一步 取某一宮的「宮干」(例如命宮宮干為甲)。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第二步 依第七堂的十天干四化表,查出這個宮干化出的祿權科忌四星(甲→廉祿、破權、武科、陽忌)。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第三步 看這四顆星「坐落在哪些宮」,便從本宮拉出四條線,飛入那些宮——這就是「某宮化祿/權/科/忌入某宮」。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於是,十二宮各以自己的宮干飛出四化,整張盤便織成一張「因果之網」。化祿飛入是好緣、得力;化忌飛入是牽掛、虧欠。順著這些線,就能說出宮與宮之間的故事。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635F3-B621-49D2-9E10-0D300987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拾肆   005</a:t>
            </a:r>
          </a:p>
        </p:txBody>
      </p:sp>
    </p:spTree>
    <p:extLst>
      <p:ext uri="{BB962C8B-B14F-4D97-AF65-F5344CB8AC3E}">
        <p14:creationId xmlns:p14="http://schemas.microsoft.com/office/powerpoint/2010/main" val="568451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2AC3F-C509-45E7-8542-7A28D3F7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5562D-9647-4A83-A5A9-164ADFCA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參、自化 —— 最易被忽略的關鍵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B930B-7FAF-4B4E-805E-F8C25C24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60D4F-6A59-43AC-88E0-581CF5E4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EC5FC-CD37-4452-A3C8-2762F23D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當某一宮以自己的宮干飛四化,而所化的那顆星「正好就坐在本宮之內」,這叫「自化」。自化的能量不假外求,而是從本宮「自己發散、自己漏出」——這是飛星派最獨到、也最常被新手漏看的觀念。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分清兩種力量:生年四化(尤其生年忌)坐守本宮,是「向內收藏」——別人給我、我抓住;自化則是「向外發散」——我自己漏出去、留不住。同一宮若既坐生年忌、又自化忌,是「又想抓、又漏光」的矛盾煎熬。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59169-2BCF-46FE-8DB8-282175BC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拾肆   006</a:t>
            </a:r>
          </a:p>
        </p:txBody>
      </p:sp>
    </p:spTree>
    <p:extLst>
      <p:ext uri="{BB962C8B-B14F-4D97-AF65-F5344CB8AC3E}">
        <p14:creationId xmlns:p14="http://schemas.microsoft.com/office/powerpoint/2010/main" val="1276975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D9A9C-B4DA-41B8-99AD-3052663E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535C8-200D-4595-A77C-6FC50238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參、自化 —— 最易被忽略的關鍵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AAB7C-2534-4A53-9EA3-D3DDBE7D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自化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意義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常見表現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自化祿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自帶喜氣但發散不積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好相處、樂善好施,卻易付出耗散、財來財去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自化權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自我表現、逞強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愛作主、不服管、逞能好勝、易與人爭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自化科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愛面子、重修飾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要名要面子、粉飾、外表光鮮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89916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自化忌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漏失、不由自主的付出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留不住、暗耗、白忙、心力流失(最需注意)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D1D76-A0C0-4A10-843E-7588293D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拾肆   007</a:t>
            </a:r>
          </a:p>
        </p:txBody>
      </p:sp>
    </p:spTree>
    <p:extLst>
      <p:ext uri="{BB962C8B-B14F-4D97-AF65-F5344CB8AC3E}">
        <p14:creationId xmlns:p14="http://schemas.microsoft.com/office/powerpoint/2010/main" val="343845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9F580-F11B-4F29-AF9F-FB7CBD0B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099CE-BD21-44BB-AEEB-34EECC3B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參、自化 —— 最易被忽略的關鍵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3CD3D-EEC1-44C7-BAC5-1F0048EF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師傳心法 「自化忌」是命盤裡最安靜、卻最致命的破口——漏財、漏情、不由自主的付出,常被只會三合的人整個漏看。能在一張盤上指出自化忌之宮、說中對方「在這件事上總是留不住、白忙一場」,你就贏過八成的同行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DB31B-258A-4F40-A15D-6DC0D5F4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拾肆   008</a:t>
            </a:r>
          </a:p>
        </p:txBody>
      </p:sp>
    </p:spTree>
    <p:extLst>
      <p:ext uri="{BB962C8B-B14F-4D97-AF65-F5344CB8AC3E}">
        <p14:creationId xmlns:p14="http://schemas.microsoft.com/office/powerpoint/2010/main" val="13543877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56F8D-13E0-4C94-AA88-A8C3BE4B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69BCD-6BAA-42DF-A70E-AFEB416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一、向心力與離心力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EC068-0869-449C-9007-4A7B2E3F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52B96-03C5-4B96-842A-30A25E30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679D5-819E-4344-82A8-D637B688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向心力(得):他宮化祿、化權飛「入」本宮——本宮受益、得力、被灌注能量。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離心力(失):本宮化忌飛「出」、或本宮自化——本宮的能量流向別處或漏失。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看一宮是「聚」還是「散」,就看它是多被化祿權飛入(聚),還是多化忌飛出、自化(散)。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2EB7D-69B9-488B-A620-7CBDB290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拾肆   009</a:t>
            </a:r>
          </a:p>
        </p:txBody>
      </p:sp>
    </p:spTree>
    <p:extLst>
      <p:ext uri="{BB962C8B-B14F-4D97-AF65-F5344CB8AC3E}">
        <p14:creationId xmlns:p14="http://schemas.microsoft.com/office/powerpoint/2010/main" val="18722565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67485-5197-4D6E-96B0-621E381B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39607-0B3D-47D9-9D51-2F3B77A8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二、體與用、我宮與他宮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BDDAA-9C82-45FD-BD90-A03C7E86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820E8-606B-4C53-925E-7D195B7E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1DF07-4F0E-4635-960D-50446A72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體與用:三合(星情格局)為體、飛星(四化流動)為用。體用要合參——只會三合則死板、只會飛星則無根。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我宮與他宮:命、財、官、田、福、遷為「我宮」;夫妻、子女、父母、兄弟、交友為「他宮」。我宮飛入他宮=我對他付出/在意;他宮飛入我宮=他影響我/我受其牽動。方向決定「誰欠誰」。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312D9-0D93-4978-A15B-23C39325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拾肆   010</a:t>
            </a:r>
          </a:p>
        </p:txBody>
      </p:sp>
    </p:spTree>
    <p:extLst>
      <p:ext uri="{BB962C8B-B14F-4D97-AF65-F5344CB8AC3E}">
        <p14:creationId xmlns:p14="http://schemas.microsoft.com/office/powerpoint/2010/main" val="3783887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13EBD-E395-4F75-B308-9128DA7D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75B25-79F1-47B1-9C59-2DAF5313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伍、三合與飛星的整合視角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00732-2424-4905-9CF9-88F00045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0FD42-6A2C-4C1B-98E4-DC2B4476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55B5B-9159-4B48-AA4F-AAB772F6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飛星不是要取代三合,而是疊在三合之上。同一張盤,先用三合看「這人這件事的體質格局如何」(靜態),再用飛星看「這件事怎麼發生、能量往哪流」(動態)。兩層合看,一張盤才立體、才有前因後果。這正是本課「三合為體、飛星為用」的真義,也是第十六堂整合實戰的基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159C8-7F47-49CF-975F-09BA976E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拾肆   011</a:t>
            </a:r>
          </a:p>
        </p:txBody>
      </p:sp>
    </p:spTree>
    <p:extLst>
      <p:ext uri="{BB962C8B-B14F-4D97-AF65-F5344CB8AC3E}">
        <p14:creationId xmlns:p14="http://schemas.microsoft.com/office/powerpoint/2010/main" val="16434151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85CDF-082F-4BB7-9925-3355C06D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CB21D-22A5-45E4-8808-2ECC231C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B615E-1C94-401B-A4D6-E4DBA1DF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A51D9-E5CA-44FF-97E1-EB66D018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E521F-8206-4415-AA39-EF057582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用一句話分清「三合派」與「飛星派」看的是什麼。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飛化的三個步驟是什麼?靠的是哪一堂的哪張表?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什麼情形叫「自化」?自化忌主什麼?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生年忌(坐守)與自化忌(飛出),方向有何不同?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「我宮飛入他宮」與「他宮飛入我宮」,各代表什麼?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4E05D-8603-4BB6-86EF-367D921B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拾肆   012</a:t>
            </a:r>
          </a:p>
        </p:txBody>
      </p:sp>
    </p:spTree>
    <p:extLst>
      <p:ext uri="{BB962C8B-B14F-4D97-AF65-F5344CB8AC3E}">
        <p14:creationId xmlns:p14="http://schemas.microsoft.com/office/powerpoint/2010/main" val="9924317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3E4AB-79F8-4452-86CD-B6698ACD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CE1A9-7335-46EE-8A00-EB091195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EFAFE-5FDB-47B4-9633-107680B6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1D2FC-166F-4C7F-9E96-059E66E4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1FC67-936D-4257-832D-AAD6B79D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79D6C-204A-4BEE-85F5-32503DF6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拾肆   013</a:t>
            </a:r>
          </a:p>
        </p:txBody>
      </p:sp>
    </p:spTree>
    <p:extLst>
      <p:ext uri="{BB962C8B-B14F-4D97-AF65-F5344CB8AC3E}">
        <p14:creationId xmlns:p14="http://schemas.microsoft.com/office/powerpoint/2010/main" val="6722872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540AB-E4B8-48BC-BF48-AEA1311A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C8A75-8103-4CF3-801B-4A1AD25A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276EB-83FB-4F6C-95C1-27A14D30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F72EA-EF4F-44CE-90D9-6DE73AFD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8F005-B526-4D61-8188-4F0F92C3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在自己命盤上標出十二宮的宮干,逐宮列出其飛化的祿權科忌各入何宮。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找出自己命盤所有「自化」之宮,特別標出自化忌,寫下對應的人生印證。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複習第七堂十天干四化表,務必閉卷全對。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A6423-809A-4F60-947A-85FC17CC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拾肆   014</a:t>
            </a:r>
          </a:p>
        </p:txBody>
      </p:sp>
    </p:spTree>
    <p:extLst>
      <p:ext uri="{BB962C8B-B14F-4D97-AF65-F5344CB8AC3E}">
        <p14:creationId xmlns:p14="http://schemas.microsoft.com/office/powerpoint/2010/main" val="15060916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60C19-ED14-4047-9379-D5F04E72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6FA96-D52E-415E-A722-E2C9EA75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4276C-3663-48B6-BFD8-3CE99957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下堂預告 第十五堂:飛化串連 · 十二宮因果推演。將學會用命宮飛化入他宮、宮位互飛,把一條條飛化線串成「有前因後果的人生故事」——這是讓客戶驚嘆的關鍵功夫。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CE4EE-1D88-42AE-A760-82327611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拾肆   015</a:t>
            </a:r>
          </a:p>
        </p:txBody>
      </p:sp>
    </p:spTree>
    <p:extLst>
      <p:ext uri="{BB962C8B-B14F-4D97-AF65-F5344CB8AC3E}">
        <p14:creationId xmlns:p14="http://schemas.microsoft.com/office/powerpoint/2010/main" val="15776451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55DA3-78C0-4777-8E88-6BEE081B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E708B-4477-45FE-8A49-9FC3C972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0A614-7A9C-44FD-9B13-58A04D4C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1C831-8A07-4B09-999A-A89B3846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AAF62-A0E5-4DF1-9C71-9AFA4DE7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5E770-EE05-49AD-92EA-A808C70A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拾肆   016</a:t>
            </a:r>
          </a:p>
        </p:txBody>
      </p:sp>
    </p:spTree>
    <p:extLst>
      <p:ext uri="{BB962C8B-B14F-4D97-AF65-F5344CB8AC3E}">
        <p14:creationId xmlns:p14="http://schemas.microsoft.com/office/powerpoint/2010/main" val="1819750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2026-09-13T05:37:45.0020000Z</dcterms:created>
  <dcterms:modified xsi:type="dcterms:W3CDTF">2026-09-13T05:37:45.0020000Z</dcterms:modified>
</coreProperties>
</file>