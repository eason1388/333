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2237d84874ba3" /><Relationship Type="http://schemas.openxmlformats.org/officeDocument/2006/relationships/extended-properties" Target="/docProps/app.xml" Id="R168b4337edcc4543" /><Relationship Type="http://schemas.openxmlformats.org/officeDocument/2006/relationships/officeDocument" Target="/ppt/presentation.xml" Id="Rae44b8d5c0db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a409044d7441d"/>
  </p:sldMasterIdLst>
  <p:notesMasterIdLst>
    <p:notesMasterId xmlns:r="http://schemas.openxmlformats.org/officeDocument/2006/relationships" r:id="Rd4556923549f4769"/>
  </p:notesMasterIdLst>
  <p:sldIdLst>
    <p:sldId xmlns:r="http://schemas.openxmlformats.org/officeDocument/2006/relationships" id="256" r:id="R028e824185a344d5"/>
    <p:sldId xmlns:r="http://schemas.openxmlformats.org/officeDocument/2006/relationships" id="257" r:id="R74fc1f98be39406c"/>
    <p:sldId xmlns:r="http://schemas.openxmlformats.org/officeDocument/2006/relationships" id="258" r:id="R2effec9fd8bb4f6b"/>
    <p:sldId xmlns:r="http://schemas.openxmlformats.org/officeDocument/2006/relationships" id="259" r:id="R6f4922502f9742af"/>
    <p:sldId xmlns:r="http://schemas.openxmlformats.org/officeDocument/2006/relationships" id="260" r:id="R6afef827843f4503"/>
    <p:sldId xmlns:r="http://schemas.openxmlformats.org/officeDocument/2006/relationships" id="261" r:id="R734332e1c73f4392"/>
    <p:sldId xmlns:r="http://schemas.openxmlformats.org/officeDocument/2006/relationships" id="262" r:id="R0a17641f207c4105"/>
    <p:sldId xmlns:r="http://schemas.openxmlformats.org/officeDocument/2006/relationships" id="263" r:id="R1345f3b1663b4fb3"/>
    <p:sldId xmlns:r="http://schemas.openxmlformats.org/officeDocument/2006/relationships" id="264" r:id="R84f7d37321494998"/>
    <p:sldId xmlns:r="http://schemas.openxmlformats.org/officeDocument/2006/relationships" id="265" r:id="Rb37631e1b8724a58"/>
    <p:sldId xmlns:r="http://schemas.openxmlformats.org/officeDocument/2006/relationships" id="266" r:id="R5402b79442fa4414"/>
    <p:sldId xmlns:r="http://schemas.openxmlformats.org/officeDocument/2006/relationships" id="267" r:id="R7440e491a4bd4d4b"/>
    <p:sldId xmlns:r="http://schemas.openxmlformats.org/officeDocument/2006/relationships" id="268" r:id="R6d9cde911ace4e41"/>
    <p:sldId xmlns:r="http://schemas.openxmlformats.org/officeDocument/2006/relationships" id="269" r:id="Ra3de8748898646e6"/>
    <p:sldId xmlns:r="http://schemas.openxmlformats.org/officeDocument/2006/relationships" id="270" r:id="Racd20b82dba34243"/>
    <p:sldId xmlns:r="http://schemas.openxmlformats.org/officeDocument/2006/relationships" id="271" r:id="R9e2f2877880e4f8a"/>
    <p:sldId xmlns:r="http://schemas.openxmlformats.org/officeDocument/2006/relationships" id="272" r:id="R3f3d903cccca48df"/>
    <p:sldId xmlns:r="http://schemas.openxmlformats.org/officeDocument/2006/relationships" id="273" r:id="R8cf9ee70848d4d52"/>
    <p:sldId xmlns:r="http://schemas.openxmlformats.org/officeDocument/2006/relationships" id="274" r:id="R6585768907c14833"/>
    <p:sldId xmlns:r="http://schemas.openxmlformats.org/officeDocument/2006/relationships" id="275" r:id="Rbcccabf9e08046de"/>
    <p:sldId xmlns:r="http://schemas.openxmlformats.org/officeDocument/2006/relationships" id="276" r:id="Rae54a93b861e42fc"/>
    <p:sldId xmlns:r="http://schemas.openxmlformats.org/officeDocument/2006/relationships" id="277" r:id="R2356534bb0e840c3"/>
    <p:sldId xmlns:r="http://schemas.openxmlformats.org/officeDocument/2006/relationships" id="278" r:id="R20d9d854928a45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75c2a28e724e3c" /><Relationship Type="http://schemas.openxmlformats.org/officeDocument/2006/relationships/slideMaster" Target="/ppt/slideMasters/slideMaster1.xml" Id="Rf59a409044d7441d" /><Relationship Type="http://schemas.openxmlformats.org/officeDocument/2006/relationships/notesMaster" Target="/ppt/notesMasters/notesMaster1.xml" Id="Rd4556923549f4769" /><Relationship Type="http://schemas.openxmlformats.org/officeDocument/2006/relationships/presProps" Target="/ppt/presProps.xml" Id="R0c93842d34734249" /><Relationship Type="http://schemas.openxmlformats.org/officeDocument/2006/relationships/tableStyles" Target="/ppt/tableStyles.xml" Id="Rf03b2f3a2a14488f" /><Relationship Type="http://schemas.openxmlformats.org/officeDocument/2006/relationships/slide" Target="/ppt/slides/slide1.xml" Id="R028e824185a344d5" /><Relationship Type="http://schemas.openxmlformats.org/officeDocument/2006/relationships/slide" Target="/ppt/slides/slide2.xml" Id="R74fc1f98be39406c" /><Relationship Type="http://schemas.openxmlformats.org/officeDocument/2006/relationships/slide" Target="/ppt/slides/slide3.xml" Id="R2effec9fd8bb4f6b" /><Relationship Type="http://schemas.openxmlformats.org/officeDocument/2006/relationships/slide" Target="/ppt/slides/slide4.xml" Id="R6f4922502f9742af" /><Relationship Type="http://schemas.openxmlformats.org/officeDocument/2006/relationships/slide" Target="/ppt/slides/slide5.xml" Id="R6afef827843f4503" /><Relationship Type="http://schemas.openxmlformats.org/officeDocument/2006/relationships/slide" Target="/ppt/slides/slide6.xml" Id="R734332e1c73f4392" /><Relationship Type="http://schemas.openxmlformats.org/officeDocument/2006/relationships/slide" Target="/ppt/slides/slide7.xml" Id="R0a17641f207c4105" /><Relationship Type="http://schemas.openxmlformats.org/officeDocument/2006/relationships/slide" Target="/ppt/slides/slide8.xml" Id="R1345f3b1663b4fb3" /><Relationship Type="http://schemas.openxmlformats.org/officeDocument/2006/relationships/slide" Target="/ppt/slides/slide9.xml" Id="R84f7d37321494998" /><Relationship Type="http://schemas.openxmlformats.org/officeDocument/2006/relationships/slide" Target="/ppt/slides/slide10.xml" Id="Rb37631e1b8724a58" /><Relationship Type="http://schemas.openxmlformats.org/officeDocument/2006/relationships/slide" Target="/ppt/slides/slide11.xml" Id="R5402b79442fa4414" /><Relationship Type="http://schemas.openxmlformats.org/officeDocument/2006/relationships/slide" Target="/ppt/slides/slide12.xml" Id="R7440e491a4bd4d4b" /><Relationship Type="http://schemas.openxmlformats.org/officeDocument/2006/relationships/slide" Target="/ppt/slides/slide13.xml" Id="R6d9cde911ace4e41" /><Relationship Type="http://schemas.openxmlformats.org/officeDocument/2006/relationships/slide" Target="/ppt/slides/slide14.xml" Id="Ra3de8748898646e6" /><Relationship Type="http://schemas.openxmlformats.org/officeDocument/2006/relationships/slide" Target="/ppt/slides/slide15.xml" Id="Racd20b82dba34243" /><Relationship Type="http://schemas.openxmlformats.org/officeDocument/2006/relationships/slide" Target="/ppt/slides/slide16.xml" Id="R9e2f2877880e4f8a" /><Relationship Type="http://schemas.openxmlformats.org/officeDocument/2006/relationships/slide" Target="/ppt/slides/slide17.xml" Id="R3f3d903cccca48df" /><Relationship Type="http://schemas.openxmlformats.org/officeDocument/2006/relationships/slide" Target="/ppt/slides/slide18.xml" Id="R8cf9ee70848d4d52" /><Relationship Type="http://schemas.openxmlformats.org/officeDocument/2006/relationships/slide" Target="/ppt/slides/slide19.xml" Id="R6585768907c14833" /><Relationship Type="http://schemas.openxmlformats.org/officeDocument/2006/relationships/slide" Target="/ppt/slides/slide20.xml" Id="Rbcccabf9e08046de" /><Relationship Type="http://schemas.openxmlformats.org/officeDocument/2006/relationships/slide" Target="/ppt/slides/slide21.xml" Id="Rae54a93b861e42fc" /><Relationship Type="http://schemas.openxmlformats.org/officeDocument/2006/relationships/slide" Target="/ppt/slides/slide22.xml" Id="R2356534bb0e840c3" /><Relationship Type="http://schemas.openxmlformats.org/officeDocument/2006/relationships/slide" Target="/ppt/slides/slide23.xml" Id="R20d9d854928a45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fe1cb51dd44a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a8f6c73714ee6" /><Relationship Type="http://schemas.openxmlformats.org/officeDocument/2006/relationships/notesMaster" Target="/ppt/notesMasters/notesMaster1.xml" Id="R8cf4b5c2719f42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d863a79574fe1" /><Relationship Type="http://schemas.openxmlformats.org/officeDocument/2006/relationships/notesMaster" Target="/ppt/notesMasters/notesMaster1.xml" Id="Rfa7c9ec2e80746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dedbcc2a1a482c" /><Relationship Type="http://schemas.openxmlformats.org/officeDocument/2006/relationships/notesMaster" Target="/ppt/notesMasters/notesMaster1.xml" Id="Rbcedf386d8b9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2e191f21494dab" /><Relationship Type="http://schemas.openxmlformats.org/officeDocument/2006/relationships/notesMaster" Target="/ppt/notesMasters/notesMaster1.xml" Id="R381e14b40f9f42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ac038fa804400" /><Relationship Type="http://schemas.openxmlformats.org/officeDocument/2006/relationships/notesMaster" Target="/ppt/notesMasters/notesMaster1.xml" Id="Rad5222149b5d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76cc2750a24e8e" /><Relationship Type="http://schemas.openxmlformats.org/officeDocument/2006/relationships/notesMaster" Target="/ppt/notesMasters/notesMaster1.xml" Id="Re84e8f04b46a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e0d3452e14259" /><Relationship Type="http://schemas.openxmlformats.org/officeDocument/2006/relationships/notesMaster" Target="/ppt/notesMasters/notesMaster1.xml" Id="Rba37ffe0606e4a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3443fe210542ea" /><Relationship Type="http://schemas.openxmlformats.org/officeDocument/2006/relationships/notesMaster" Target="/ppt/notesMasters/notesMaster1.xml" Id="Rce413bf235ad4b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d697080bb64754" /><Relationship Type="http://schemas.openxmlformats.org/officeDocument/2006/relationships/notesMaster" Target="/ppt/notesMasters/notesMaster1.xml" Id="R85fa23d58fb7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f08f1c3fd4f69" /><Relationship Type="http://schemas.openxmlformats.org/officeDocument/2006/relationships/notesMaster" Target="/ppt/notesMasters/notesMaster1.xml" Id="Rdec13d451c6b4d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18d1e27ed54545" /><Relationship Type="http://schemas.openxmlformats.org/officeDocument/2006/relationships/notesMaster" Target="/ppt/notesMasters/notesMaster1.xml" Id="R9743408fc49e49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f0c586531540b3" /><Relationship Type="http://schemas.openxmlformats.org/officeDocument/2006/relationships/notesMaster" Target="/ppt/notesMasters/notesMaster1.xml" Id="Rf2036128ec364c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18d2c0251a4e6b" /><Relationship Type="http://schemas.openxmlformats.org/officeDocument/2006/relationships/notesMaster" Target="/ppt/notesMasters/notesMaster1.xml" Id="R689b62e1f4ab4d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d2df852cd74b01" /><Relationship Type="http://schemas.openxmlformats.org/officeDocument/2006/relationships/notesMaster" Target="/ppt/notesMasters/notesMaster1.xml" Id="R447f2a120a3b4b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f9259d77a14639" /><Relationship Type="http://schemas.openxmlformats.org/officeDocument/2006/relationships/notesMaster" Target="/ppt/notesMasters/notesMaster1.xml" Id="Raa50d51e9b2040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0daf39e93640cc" /><Relationship Type="http://schemas.openxmlformats.org/officeDocument/2006/relationships/notesMaster" Target="/ppt/notesMasters/notesMaster1.xml" Id="Rae3a450c6ef346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6d13c41dea4e1e" /><Relationship Type="http://schemas.openxmlformats.org/officeDocument/2006/relationships/notesMaster" Target="/ppt/notesMasters/notesMaster1.xml" Id="R18fdca84422f4c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a9bcacc43e4af4" /><Relationship Type="http://schemas.openxmlformats.org/officeDocument/2006/relationships/notesMaster" Target="/ppt/notesMasters/notesMaster1.xml" Id="Rcf8cfdcd447b4f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6f5c22b4c74928" /><Relationship Type="http://schemas.openxmlformats.org/officeDocument/2006/relationships/notesMaster" Target="/ppt/notesMasters/notesMaster1.xml" Id="R047f46e8077c49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b019c4a65b4b77" /><Relationship Type="http://schemas.openxmlformats.org/officeDocument/2006/relationships/notesMaster" Target="/ppt/notesMasters/notesMaster1.xml" Id="Rc2548850dd7e4f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447b451c064ecc" /><Relationship Type="http://schemas.openxmlformats.org/officeDocument/2006/relationships/notesMaster" Target="/ppt/notesMasters/notesMaster1.xml" Id="Rffe76923702142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05281ddbc34c2d" /><Relationship Type="http://schemas.openxmlformats.org/officeDocument/2006/relationships/notesMaster" Target="/ppt/notesMasters/notesMaster1.xml" Id="Re13edba7930841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932f7730bb49c1" /><Relationship Type="http://schemas.openxmlformats.org/officeDocument/2006/relationships/notesMaster" Target="/ppt/notesMasters/notesMaster1.xml" Id="R4cbab26a933844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C:\Users\eason1288\Documents\上課資料夾\紫微斗數課程\紫微斗數_第11堂_學生講義.docx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baf93c8394c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ac6a9973a1434a" /><Relationship Type="http://schemas.openxmlformats.org/officeDocument/2006/relationships/slideLayout" Target="/ppt/slideLayouts/slideLayout1.xml" Id="R297efb814dd3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7efb814dd3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8e9740b8f43a0" /><Relationship Type="http://schemas.openxmlformats.org/officeDocument/2006/relationships/notesSlide" Target="/ppt/notesSlides/notesSlide1.xml" Id="Rfd03bbcac0db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bfeb2417c4af6" /><Relationship Type="http://schemas.openxmlformats.org/officeDocument/2006/relationships/notesSlide" Target="/ppt/notesSlides/notesSlide2.xml" Id="R7a889639f256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e2b2c306e4fe3" /><Relationship Type="http://schemas.openxmlformats.org/officeDocument/2006/relationships/notesSlide" Target="/ppt/notesSlides/notesSlide3.xml" Id="Ra75395665d994f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5d476fac94f0b" /><Relationship Type="http://schemas.openxmlformats.org/officeDocument/2006/relationships/notesSlide" Target="/ppt/notesSlides/notesSlide4.xml" Id="Re9ee8422d0fa48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c98f9726b4cb2" /><Relationship Type="http://schemas.openxmlformats.org/officeDocument/2006/relationships/notesSlide" Target="/ppt/notesSlides/notesSlide5.xml" Id="R5055694f676140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618802289445f" /><Relationship Type="http://schemas.openxmlformats.org/officeDocument/2006/relationships/notesSlide" Target="/ppt/notesSlides/notesSlide6.xml" Id="Re1957e1e9ce14a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4a19157e84f0a" /><Relationship Type="http://schemas.openxmlformats.org/officeDocument/2006/relationships/notesSlide" Target="/ppt/notesSlides/notesSlide7.xml" Id="Rd728908dc1774d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72cdd96db422f" /><Relationship Type="http://schemas.openxmlformats.org/officeDocument/2006/relationships/notesSlide" Target="/ppt/notesSlides/notesSlide8.xml" Id="R5c764a25463744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b49ad24764e3e" /><Relationship Type="http://schemas.openxmlformats.org/officeDocument/2006/relationships/notesSlide" Target="/ppt/notesSlides/notesSlide9.xml" Id="R2f489ed4bd434e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831e23b0d4466" /><Relationship Type="http://schemas.openxmlformats.org/officeDocument/2006/relationships/notesSlide" Target="/ppt/notesSlides/notesSlide10.xml" Id="R4192044d27224c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46550feaa478b" /><Relationship Type="http://schemas.openxmlformats.org/officeDocument/2006/relationships/notesSlide" Target="/ppt/notesSlides/notesSlide11.xml" Id="R3603b83b65d445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265aaca2b406c" /><Relationship Type="http://schemas.openxmlformats.org/officeDocument/2006/relationships/notesSlide" Target="/ppt/notesSlides/notesSlide12.xml" Id="R7e5fe575897a44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8d39be8c9444f" /><Relationship Type="http://schemas.openxmlformats.org/officeDocument/2006/relationships/notesSlide" Target="/ppt/notesSlides/notesSlide13.xml" Id="R7a206234ad8444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49ef914ee4bee" /><Relationship Type="http://schemas.openxmlformats.org/officeDocument/2006/relationships/notesSlide" Target="/ppt/notesSlides/notesSlide14.xml" Id="Rad99b51e456e46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9ae7fb38143e1" /><Relationship Type="http://schemas.openxmlformats.org/officeDocument/2006/relationships/notesSlide" Target="/ppt/notesSlides/notesSlide15.xml" Id="Rc70d77f404234f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e746862b8467b" /><Relationship Type="http://schemas.openxmlformats.org/officeDocument/2006/relationships/notesSlide" Target="/ppt/notesSlides/notesSlide16.xml" Id="Ra60f99f107e84f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76f7cb9ba46b5" /><Relationship Type="http://schemas.openxmlformats.org/officeDocument/2006/relationships/notesSlide" Target="/ppt/notesSlides/notesSlide17.xml" Id="R968ae3a2f0e141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0200705db41ec" /><Relationship Type="http://schemas.openxmlformats.org/officeDocument/2006/relationships/notesSlide" Target="/ppt/notesSlides/notesSlide18.xml" Id="Rba2af0f471024a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b9d3fba464388" /><Relationship Type="http://schemas.openxmlformats.org/officeDocument/2006/relationships/notesSlide" Target="/ppt/notesSlides/notesSlide19.xml" Id="Rdba9fc09de214b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afa2772924db2" /><Relationship Type="http://schemas.openxmlformats.org/officeDocument/2006/relationships/notesSlide" Target="/ppt/notesSlides/notesSlide20.xml" Id="R9f4030c92a7749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4ded670134b0a" /><Relationship Type="http://schemas.openxmlformats.org/officeDocument/2006/relationships/notesSlide" Target="/ppt/notesSlides/notesSlide21.xml" Id="R71e5e31d1f6348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1130d8ecd4ff2" /><Relationship Type="http://schemas.openxmlformats.org/officeDocument/2006/relationships/notesSlide" Target="/ppt/notesSlides/notesSlide22.xml" Id="R5808c051ac424e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0c04926ac480e" /><Relationship Type="http://schemas.openxmlformats.org/officeDocument/2006/relationships/notesSlide" Target="/ppt/notesSlides/notesSlide23.xml" Id="Rcc1c24dbc4314c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CDEB9-A381-42EF-9B6B-48D22F5B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00449-243A-4A96-867E-4A2E00F8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F41E4-8344-4726-B760-F450690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7905D-91E3-4FB5-80D2-0FF8D4D2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十二宮詳論（上）· 命 · 夫妻財疾 · 子女兄弟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0F3EB-9D66-4C4D-AA81-434570B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第11堂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3E5A6-9A00-444F-A114-B90C51F7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壹、逐宮論斷的三層心法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從本堂起,論任何一宮,都用固定的三層次,層層疊上,才不會漏、不會偏: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CB083-1142-4CF8-925E-76B1F2B3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895748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C60E-0E24-439E-9081-5C4DB60E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51BC8-825B-4325-B8E1-3D0A3FD3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07C0-758A-4DD3-B47B-C8C0B7BD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建立每一宮「本宮星情 + 三方四正 + 四化飛入」的三層論法。 2. 精讀命、夫妻、財帛、疾厄、子女、兄弟六宮的看點。 3. 熟練「移動太極點」以論六親細節。 4. 掌握疾厄宮星曜對應臟腑,能初判健康弱點。 5. 能對一張盤,逐宮寫出感情、財富、健康的具體論斷。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B43CD-0488-4BD8-A3A0-20FA53C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002</a:t>
            </a:r>
          </a:p>
        </p:txBody>
      </p:sp>
    </p:spTree>
    <p:extLst>
      <p:ext uri="{BB962C8B-B14F-4D97-AF65-F5344CB8AC3E}">
        <p14:creationId xmlns:p14="http://schemas.microsoft.com/office/powerpoint/2010/main" val="548461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C6E6B-C915-4539-B269-35854BF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CADB1-FFFD-45B8-9F0D-F0B1E73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壹、逐宮論斷的三層心法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05339-4E16-4C74-A233-8B2F11F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7E129-D340-4EC6-BBA4-D77B57F0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BF161-69EA-4B4A-A12C-0BACFBC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從本堂起,論任何一宮,都用固定的三層次,層層疊上,才不會漏、不會偏: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第一層 本宮星情:本宮坐什麼主星、亮度如何、帶什麼吉煞四化——定這一宮的基本體質。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第二層 三方四正:對宮與三合二宮的星曜如何會照——定這一宮的外緣與助阻。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第三層 四化飛入:生年四化(及日後宮干飛化)落於本宮者——定這一宮的吉凶動向與因果。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三層看完,再選對「太極點」(論誰的事就以誰的宮為中心),一宮的論斷才算完整。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D0F7E-4442-4546-98EC-DB9F5AA4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003</a:t>
            </a:r>
          </a:p>
        </p:txBody>
      </p:sp>
    </p:spTree>
    <p:extLst>
      <p:ext uri="{BB962C8B-B14F-4D97-AF65-F5344CB8AC3E}">
        <p14:creationId xmlns:p14="http://schemas.microsoft.com/office/powerpoint/2010/main" val="250354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99DA2-4E43-42D9-8573-8AE2F481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B5C32-87CD-4C7C-AAEA-EA10BFB7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一、命宮 —— 一生總綱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417CD-3606-40D5-8987-88BE806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1995F-1B8F-4E02-8E91-EC8B93D6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E624A-D2F0-4D86-9D90-0F99AF9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命宮是全盤核心,論性格、才華、格局高低與一生基本走向。看命宮先定「主旋律」——主星是誰、屬何星系(殺破狼或機月同梁)、成何格局;再看命身合參,身宮所在補充後天著力方向。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命宮的三方四正(命、遷、財、官)是人生骨幹:命看本質、遷看外緣、財看財路、官看事業,四宮一齊會照,定出一個人的總體格局與成就量級。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D4426-E13F-412F-9559-E5F5990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004</a:t>
            </a:r>
          </a:p>
        </p:txBody>
      </p:sp>
    </p:spTree>
    <p:extLst>
      <p:ext uri="{BB962C8B-B14F-4D97-AF65-F5344CB8AC3E}">
        <p14:creationId xmlns:p14="http://schemas.microsoft.com/office/powerpoint/2010/main" val="588520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73DD7-7BC0-4161-B140-1DF2B20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25D87-302F-4C44-AE89-4DF7044C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一、命宮 —— 一生總綱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4E909-6EC3-4B77-B3E3-7DE053D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先判星系與格局層次,再看細節。 命身合參:身宮所在=後天最投入的領域。 生年四化落命:一生的先天甜頭(祿)與功課(忌)。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06173-2735-4E6A-8E3C-9866A9A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005</a:t>
            </a:r>
          </a:p>
        </p:txBody>
      </p:sp>
    </p:spTree>
    <p:extLst>
      <p:ext uri="{BB962C8B-B14F-4D97-AF65-F5344CB8AC3E}">
        <p14:creationId xmlns:p14="http://schemas.microsoft.com/office/powerpoint/2010/main" val="1641394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AB1ED-E265-4BCF-9489-5F8ABAEB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2DFD5-7057-4263-BDC7-E4B1E5C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二、夫妻宮 —— 配偶與感情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1D070-EE76-4728-B58F-537AA748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60A57-0A99-4392-A046-753DF18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EAD02-D03A-46F9-B9C5-703426BF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夫妻宮論配偶的特質、感情的模式、婚姻的遲早與品質。看夫妻宮:本宮主星定配偶的類型與性情(如夫妻坐武曲主配偶剛毅務實、坐太陰主配偶溫柔顧家);逢桃花星群主異性緣旺、感情多姿;逢煞忌主感情波折或聚少離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關鍵:夫妻宮不能孤看。必須兼看「福德宮」(內在的感情觀與情緒)與「遷移宮」(外緣、認識對象的環境),三者合參,婚姻的穩定與否才看得準。夫妻宮也是官祿宮的對宮,故婚姻與事業常相牽動。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36A8D-C38D-4A14-B756-5F4F1B9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006</a:t>
            </a:r>
          </a:p>
        </p:txBody>
      </p:sp>
    </p:spTree>
    <p:extLst>
      <p:ext uri="{BB962C8B-B14F-4D97-AF65-F5344CB8AC3E}">
        <p14:creationId xmlns:p14="http://schemas.microsoft.com/office/powerpoint/2010/main" val="1113451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05D4B-7F80-4E11-A7FD-56121D6E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FBB1C-717F-4699-AECB-5F2A83C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二、夫妻宮 —— 配偶與感情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B7CE9-7120-4582-9E17-D958D48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本宮主星=配偶類型;桃花星=異性緣;煞忌=波折。 兼看福德(感情觀)、遷移(外緣)。 夫妻對官祿:婚姻與事業互相牽動。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78943-6A7E-4F1C-90A0-A21A86B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007</a:t>
            </a:r>
          </a:p>
        </p:txBody>
      </p:sp>
    </p:spTree>
    <p:extLst>
      <p:ext uri="{BB962C8B-B14F-4D97-AF65-F5344CB8AC3E}">
        <p14:creationId xmlns:p14="http://schemas.microsoft.com/office/powerpoint/2010/main" val="122168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157BC-724F-4050-817C-F400A6B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76632-EC80-4767-81C1-41CAAC3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三、財帛宮 —— 求財之道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649F2-C801-4E87-9A12-537C713A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9E822-41B2-466C-8670-5BDFE07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2C6A4-EC86-4C8F-8680-7BF7F68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財帛宮論「怎麼賺、賺什麼財、財源穩不穩」。本宮主星定求財方式:武曲主實業正財、太陰主積蓄置產、貪狼主偏財應酬、破軍主先破後聚。逢祿主財源順、逢忌主為錢操心、逢空劫主財來成空。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論財富不能只看財帛一宮,要與「田宅」(財之庫,能不能存)、「福德」(用錢觀與果報,捨不捨得花)合看,三宮齊觀,才論得出真正的財富格局(第十二堂詳述)。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B8A10-2C2B-4CAD-B9C7-513FF5F5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008</a:t>
            </a:r>
          </a:p>
        </p:txBody>
      </p:sp>
    </p:spTree>
    <p:extLst>
      <p:ext uri="{BB962C8B-B14F-4D97-AF65-F5344CB8AC3E}">
        <p14:creationId xmlns:p14="http://schemas.microsoft.com/office/powerpoint/2010/main" val="1560694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52DAC-EBC4-4258-A923-38EB40D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B075B-084F-4285-BD86-19DD23F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三、財帛宮 —— 求財之道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00F07-03CA-4417-A1F9-EB94C0A4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本宮主星=求財方式;祿忌空劫=財之順逆聚散。 財帛看賺、田宅看存、福德看花——三宮合看。 財帛與命、官三合=財官格,定事業財路。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94073-A30F-4299-9F12-22B2FCB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009</a:t>
            </a:r>
          </a:p>
        </p:txBody>
      </p:sp>
    </p:spTree>
    <p:extLst>
      <p:ext uri="{BB962C8B-B14F-4D97-AF65-F5344CB8AC3E}">
        <p14:creationId xmlns:p14="http://schemas.microsoft.com/office/powerpoint/2010/main" val="1039684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B14B8-5382-4023-92A7-5F61725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4ECE7-19F5-4FF9-84D3-7D8B6621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四、疾厄宮 —— 體質與健康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82E96-32D5-4BAE-9EE2-D13BD873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16071-3762-4629-BA1C-5C8F396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F6C7C-4ED5-437E-BA8E-DAD5C17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疾厄宮論先天體質、易患部位、意外傾向與情緒身心。以本宮主星的五行對應臟腑(見下表),再看煞忌沖照定病灶與輕重:逢擎羊主開刀外傷、逢陀羅主舊疾慢性、逢火鈴主發炎急症、逢空劫主虛症。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論健康務必守分寸:命理只判「傾向與該注意的部位」,絕不作醫療診斷,更不斷生死。發現弱點,提醒定期檢查與保養即可(第十六堂會結合流年談應期)。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24674-BD48-47F5-98F1-0F1F7ED7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010</a:t>
            </a:r>
          </a:p>
        </p:txBody>
      </p:sp>
    </p:spTree>
    <p:extLst>
      <p:ext uri="{BB962C8B-B14F-4D97-AF65-F5344CB8AC3E}">
        <p14:creationId xmlns:p14="http://schemas.microsoft.com/office/powerpoint/2010/main" val="368024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BC2BA-DF57-4BA4-9C2E-B6FAB22B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E213B-7C4F-4739-A364-D5B8B7B1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四、疾厄宮 —— 體質與健康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112C1-B820-4804-B0DB-DF6B7684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主星五行→對應臟腑(見下表);煞星→病之形態。 只判傾向與該保養處,不作醫療診斷、不斷生死。 疾厄也主脾氣情緒(身心相關)。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B5D7A-E8BF-4E03-97E6-94BB9CD8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011</a:t>
            </a:r>
          </a:p>
        </p:txBody>
      </p:sp>
    </p:spTree>
    <p:extLst>
      <p:ext uri="{BB962C8B-B14F-4D97-AF65-F5344CB8AC3E}">
        <p14:creationId xmlns:p14="http://schemas.microsoft.com/office/powerpoint/2010/main" val="1738610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FDF1B-CB43-43CF-84E8-F87465FE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3E366-E8CC-4668-97A5-A1ADD34C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疾厄宮 · 主星對應臟腑速查表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F2C68-37CD-44F9-B803-EB0D97D2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8775"/>
                <a:gridCol w="5438775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主星(五行)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易患部位 / 病症傾向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紫微(土)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脾胃、消化;思慮過度、頭部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天機(木)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肝膽、神經、四肢;思慮傷神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太陽(火)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心臟、血壓、眼目、頭部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武曲(金)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肺、大腸、呼吸、鼻;筋骨牙齒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天同(水)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膀胱、泌尿、耳;氣血、疝氣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廉貞(火)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心血、婦科/泌尿、精神情緒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天府(土)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脾胃、消化系統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90831-832E-4BD2-AB45-12750C35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012</a:t>
            </a:r>
          </a:p>
        </p:txBody>
      </p:sp>
    </p:spTree>
    <p:extLst>
      <p:ext uri="{BB962C8B-B14F-4D97-AF65-F5344CB8AC3E}">
        <p14:creationId xmlns:p14="http://schemas.microsoft.com/office/powerpoint/2010/main" val="1533803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733CD-DE51-4533-B43C-C84B368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2EA6A-379A-4E60-A230-B6D4E136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疾厄宮 · 主星對應臟腑速查表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937F5-5551-4336-88D1-6944991B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8775"/>
                <a:gridCol w="5438775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太陰(水)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腎、婦科、內分泌、眼目(陰虛)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貪狼(木)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肝膽、性腺、內分泌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巨門(水/土)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脾胃、口腔食道、消化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天相(水)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膀胱、泌尿、皮膚、內分泌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天梁(土)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脾胃、乳部、腦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七殺(金)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肺、大腸、呼吸;外傷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破軍(水)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生殖、泌尿、血液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0A43C-133A-4059-90CA-A832ADA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013</a:t>
            </a:r>
          </a:p>
        </p:txBody>
      </p:sp>
    </p:spTree>
    <p:extLst>
      <p:ext uri="{BB962C8B-B14F-4D97-AF65-F5344CB8AC3E}">
        <p14:creationId xmlns:p14="http://schemas.microsoft.com/office/powerpoint/2010/main" val="263915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C1D48-B556-4CFC-9CDF-2D5B758E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AD69C-D992-4636-99D1-7CF140F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疾厄宮 · 主星對應臟腑速查表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53BA8-6395-4BB6-8BD3-AEAB9792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煞星定病之形態 擎羊=開刀、外傷、金屬利器傷; 陀羅=舊疾、慢性、牙齒筋骨; 火鈴=發炎、發燒、燙傷、急症; 空劫=虛症、莫名不適、查無實據。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51F31-636F-403B-86D1-01B29315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014</a:t>
            </a:r>
          </a:p>
        </p:txBody>
      </p:sp>
    </p:spTree>
    <p:extLst>
      <p:ext uri="{BB962C8B-B14F-4D97-AF65-F5344CB8AC3E}">
        <p14:creationId xmlns:p14="http://schemas.microsoft.com/office/powerpoint/2010/main" val="1396881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A4053-48A5-4CB4-88E2-DD45AADD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4E6E6-7AFF-4746-AFED-475771A9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五、子女宮 —— 子女與延伸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D9CA9-D04F-4500-B0CA-13135460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8CF61-4DFD-466A-AD17-128E80E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2A66E-71EE-4F22-ACA8-FE3BEECB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子女宮論子女的緣分、數量傾向、教養與親子關係。本宮主星定子女的性情與多寡(如天同主子女乖巧、七殺主子女剛強獨立、逢空劫或孤寡主子息較單)。逢桃花星則子女緣旺或有意外桃花。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依「象義引申」與「太極借宮」(第二堂),子女宮還兼主:性生活與生育能力(子女從房事而來)、合夥事業(子女宮是交友宮的財帛位,與外人共財)、以及意外之事。論合夥財、論房事,皆取此宮。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E5E05-6742-4976-A2A5-93E0EC6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015</a:t>
            </a:r>
          </a:p>
        </p:txBody>
      </p:sp>
    </p:spTree>
    <p:extLst>
      <p:ext uri="{BB962C8B-B14F-4D97-AF65-F5344CB8AC3E}">
        <p14:creationId xmlns:p14="http://schemas.microsoft.com/office/powerpoint/2010/main" val="10479786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DA85-CE58-4A02-8085-8F7270E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4E331-B3A1-4980-9D12-FE69EFA6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五、子女宮 —— 子女與延伸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DC67-BDA2-4F1C-811C-2667F9C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本宮主星=子女性情與數量傾向。 兼主:性生活、合夥(交友之財帛位)、意外。 空劫孤寡主子息單;桃花主緣旺或意外。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84CC3-A552-4ACA-8987-E0A11D5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016</a:t>
            </a:r>
          </a:p>
        </p:txBody>
      </p:sp>
    </p:spTree>
    <p:extLst>
      <p:ext uri="{BB962C8B-B14F-4D97-AF65-F5344CB8AC3E}">
        <p14:creationId xmlns:p14="http://schemas.microsoft.com/office/powerpoint/2010/main" val="12110952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CCE79-434C-487B-8726-4BAC4F7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DEB5D-540E-416A-BF3C-5228599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六、兄弟宮 —— 一宮三義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9FAFA-3895-43D4-ADCE-633B9D5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34162-F0BE-4414-8574-A3876E1D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9F6A7-C28B-4F69-AFAF-062F86A2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兄弟宮本論手足的多寡、緣分與助力。但它是「一宮多義」最典型之宮,依太極借宮(第二堂),一宮兼三種身分:①母親(父母宮的夫妻位);②現金/週轉實力(財帛宮的田宅位);③事業體質(官祿宮的疾厄位)。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因此,論母親看兄弟、論一個人的現金週轉與經濟實力看兄弟、論其事業體質與成敗承受力也看兄弟。這是論斷「跳出表面、看見隱藏」的關鍵一宮,務必反覆練熟太極點的移轉。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E9BD3-CFB8-4DA1-93B4-5C457AEA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017</a:t>
            </a:r>
          </a:p>
        </p:txBody>
      </p:sp>
    </p:spTree>
    <p:extLst>
      <p:ext uri="{BB962C8B-B14F-4D97-AF65-F5344CB8AC3E}">
        <p14:creationId xmlns:p14="http://schemas.microsoft.com/office/powerpoint/2010/main" val="7694872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BB4A-6A9F-49F7-B3E9-3D184D3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C204B-8C1C-4938-B17F-D46AC98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六、兄弟宮 —— 一宮三義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E744E-EE0E-4D22-B1FF-F2976A2F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看點 本義:手足多寡、緣分、助力。 借宮三義:母親、現金週轉、事業體質。 論母親→以兄弟宮為太極,再起其十二宮細論。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9296F-C861-4D6F-AD26-CC58A43A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018</a:t>
            </a:r>
          </a:p>
        </p:txBody>
      </p:sp>
    </p:spTree>
    <p:extLst>
      <p:ext uri="{BB962C8B-B14F-4D97-AF65-F5344CB8AC3E}">
        <p14:creationId xmlns:p14="http://schemas.microsoft.com/office/powerpoint/2010/main" val="2710453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35C18-6050-4BF5-B943-F32110A0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2FB4-433A-4707-93E0-C85328A7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97B81-56A5-4A9E-B326-E5CBAA3C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200CA-FB90-4706-B97D-5166D942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68826-6C4E-4676-9D0C-492F0F8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論任一宮的「三層心法」是哪三層?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論婚姻穩定與否,除夫妻宮外還須兼看哪兩宮?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論財富為何要「財帛、田宅、福德」三宮合看?各看什麼?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疾厄宮見「太陰化忌逢擎羊」,你會提醒注意什麼?(只判傾向)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兄弟宮借宮的三種身分,各是哪一宮的哪一位?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8B0EA-A926-44A6-B4B1-DB48727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019</a:t>
            </a:r>
          </a:p>
        </p:txBody>
      </p:sp>
    </p:spTree>
    <p:extLst>
      <p:ext uri="{BB962C8B-B14F-4D97-AF65-F5344CB8AC3E}">
        <p14:creationId xmlns:p14="http://schemas.microsoft.com/office/powerpoint/2010/main" val="14262742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B6136-9633-4A34-9989-B713BE5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89FE1-637D-4992-9CDA-A68194DC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72A2E-13CE-43AA-AF24-88685332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8BA07-F2FA-4681-A931-DBE1A04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82B44-3D30-4C2B-B111-1242CE5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FEE6B-2157-466D-895D-47ABD145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020</a:t>
            </a:r>
          </a:p>
        </p:txBody>
      </p:sp>
    </p:spTree>
    <p:extLst>
      <p:ext uri="{BB962C8B-B14F-4D97-AF65-F5344CB8AC3E}">
        <p14:creationId xmlns:p14="http://schemas.microsoft.com/office/powerpoint/2010/main" val="15194555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A6767-7476-490C-B341-E5C58FDE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50891-9BDB-428B-BC4B-AB6E3E1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EF1F-EA53-4AB0-BBA9-C4F63B2E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7D29B-8994-4935-9AEF-1830E2B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119B9-39B0-4BC8-836A-CD1F078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取一張命盤,用三層心法逐一論命、夫妻、財帛、疾厄、子女、兄弟六宮。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以兄弟宮為太極,論一次此人的母親(性格、健康、財富)。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在自己命盤的疾厄宮,對照臟腑表寫出先天須保養的部位。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5769E-0642-4535-B37E-E225558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021</a:t>
            </a:r>
          </a:p>
        </p:txBody>
      </p:sp>
    </p:spTree>
    <p:extLst>
      <p:ext uri="{BB962C8B-B14F-4D97-AF65-F5344CB8AC3E}">
        <p14:creationId xmlns:p14="http://schemas.microsoft.com/office/powerpoint/2010/main" val="4648673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48F51-D22E-4EA6-B751-55B9BC0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CFAA3-3663-4B20-95A5-BDC6EBC9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786A3-EB97-420D-B7FF-D9C4FC3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第十二堂:十二宮詳論(下)· 遷移、交友、官祿、田宅、福德、父母,並學會用「六條對宮線」做全盤體檢。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DB8F-7EFE-4AD8-A1A1-2A570D7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022</a:t>
            </a:r>
          </a:p>
        </p:txBody>
      </p:sp>
    </p:spTree>
    <p:extLst>
      <p:ext uri="{BB962C8B-B14F-4D97-AF65-F5344CB8AC3E}">
        <p14:creationId xmlns:p14="http://schemas.microsoft.com/office/powerpoint/2010/main" val="8261757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CB1E5-C156-4DCC-B34C-93C18D6A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5937A-C4A1-423A-9DFE-7E24CAC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D076F-777C-4378-B238-CC94A5DD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26CAD-E1C0-4D7A-B3D4-1569329E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15DE0-5A17-4A01-BD0C-D0731C2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0EB78-BFEC-48D3-8ED0-E941543A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拾壹   023</a:t>
            </a:r>
          </a:p>
        </p:txBody>
      </p:sp>
    </p:spTree>
    <p:extLst>
      <p:ext uri="{BB962C8B-B14F-4D97-AF65-F5344CB8AC3E}">
        <p14:creationId xmlns:p14="http://schemas.microsoft.com/office/powerpoint/2010/main" val="1828395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2026-09-13T05:37:17.3480000Z</dcterms:created>
  <dcterms:modified xsi:type="dcterms:W3CDTF">2026-09-13T05:37:17.3480000Z</dcterms:modified>
</coreProperties>
</file>