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8aabb8b101472f" /><Relationship Type="http://schemas.openxmlformats.org/officeDocument/2006/relationships/extended-properties" Target="/docProps/app.xml" Id="R600e91ea78724e98" /><Relationship Type="http://schemas.openxmlformats.org/officeDocument/2006/relationships/officeDocument" Target="/ppt/presentation.xml" Id="R0f379e7bceb042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a81ae6648143d6"/>
  </p:sldMasterIdLst>
  <p:notesMasterIdLst>
    <p:notesMasterId xmlns:r="http://schemas.openxmlformats.org/officeDocument/2006/relationships" r:id="Rffb3731350784b32"/>
  </p:notesMasterIdLst>
  <p:sldIdLst>
    <p:sldId xmlns:r="http://schemas.openxmlformats.org/officeDocument/2006/relationships" id="256" r:id="Rc6d235144efe44ca"/>
    <p:sldId xmlns:r="http://schemas.openxmlformats.org/officeDocument/2006/relationships" id="257" r:id="R5fad5726250f4285"/>
    <p:sldId xmlns:r="http://schemas.openxmlformats.org/officeDocument/2006/relationships" id="258" r:id="R8fda785eee5d4a0a"/>
    <p:sldId xmlns:r="http://schemas.openxmlformats.org/officeDocument/2006/relationships" id="259" r:id="R9496ac885363494a"/>
    <p:sldId xmlns:r="http://schemas.openxmlformats.org/officeDocument/2006/relationships" id="260" r:id="R671d23cf5dda4e08"/>
    <p:sldId xmlns:r="http://schemas.openxmlformats.org/officeDocument/2006/relationships" id="261" r:id="Rb08b77aa26fc47ae"/>
    <p:sldId xmlns:r="http://schemas.openxmlformats.org/officeDocument/2006/relationships" id="262" r:id="Re1a573a9125f4bb4"/>
    <p:sldId xmlns:r="http://schemas.openxmlformats.org/officeDocument/2006/relationships" id="263" r:id="Rb72d5f7bc6a54278"/>
    <p:sldId xmlns:r="http://schemas.openxmlformats.org/officeDocument/2006/relationships" id="264" r:id="R41c343050b024979"/>
    <p:sldId xmlns:r="http://schemas.openxmlformats.org/officeDocument/2006/relationships" id="265" r:id="Raf407c38658f4578"/>
    <p:sldId xmlns:r="http://schemas.openxmlformats.org/officeDocument/2006/relationships" id="266" r:id="R1324a2f64e2e44da"/>
    <p:sldId xmlns:r="http://schemas.openxmlformats.org/officeDocument/2006/relationships" id="267" r:id="Rff9521101a904e66"/>
    <p:sldId xmlns:r="http://schemas.openxmlformats.org/officeDocument/2006/relationships" id="268" r:id="R255e8b6f925e4cce"/>
    <p:sldId xmlns:r="http://schemas.openxmlformats.org/officeDocument/2006/relationships" id="269" r:id="R253ba8c29da84c9e"/>
    <p:sldId xmlns:r="http://schemas.openxmlformats.org/officeDocument/2006/relationships" id="270" r:id="R3d1ac36a768a4bd5"/>
    <p:sldId xmlns:r="http://schemas.openxmlformats.org/officeDocument/2006/relationships" id="271" r:id="R509a7b451f6145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3a196fb4d3494c" /><Relationship Type="http://schemas.openxmlformats.org/officeDocument/2006/relationships/slideMaster" Target="/ppt/slideMasters/slideMaster1.xml" Id="Raea81ae6648143d6" /><Relationship Type="http://schemas.openxmlformats.org/officeDocument/2006/relationships/notesMaster" Target="/ppt/notesMasters/notesMaster1.xml" Id="Rffb3731350784b32" /><Relationship Type="http://schemas.openxmlformats.org/officeDocument/2006/relationships/presProps" Target="/ppt/presProps.xml" Id="R0f5c34cf82474d4e" /><Relationship Type="http://schemas.openxmlformats.org/officeDocument/2006/relationships/tableStyles" Target="/ppt/tableStyles.xml" Id="R42ee9c3a31ce4145" /><Relationship Type="http://schemas.openxmlformats.org/officeDocument/2006/relationships/slide" Target="/ppt/slides/slide1.xml" Id="Rc6d235144efe44ca" /><Relationship Type="http://schemas.openxmlformats.org/officeDocument/2006/relationships/slide" Target="/ppt/slides/slide2.xml" Id="R5fad5726250f4285" /><Relationship Type="http://schemas.openxmlformats.org/officeDocument/2006/relationships/slide" Target="/ppt/slides/slide3.xml" Id="R8fda785eee5d4a0a" /><Relationship Type="http://schemas.openxmlformats.org/officeDocument/2006/relationships/slide" Target="/ppt/slides/slide4.xml" Id="R9496ac885363494a" /><Relationship Type="http://schemas.openxmlformats.org/officeDocument/2006/relationships/slide" Target="/ppt/slides/slide5.xml" Id="R671d23cf5dda4e08" /><Relationship Type="http://schemas.openxmlformats.org/officeDocument/2006/relationships/slide" Target="/ppt/slides/slide6.xml" Id="Rb08b77aa26fc47ae" /><Relationship Type="http://schemas.openxmlformats.org/officeDocument/2006/relationships/slide" Target="/ppt/slides/slide7.xml" Id="Re1a573a9125f4bb4" /><Relationship Type="http://schemas.openxmlformats.org/officeDocument/2006/relationships/slide" Target="/ppt/slides/slide8.xml" Id="Rb72d5f7bc6a54278" /><Relationship Type="http://schemas.openxmlformats.org/officeDocument/2006/relationships/slide" Target="/ppt/slides/slide9.xml" Id="R41c343050b024979" /><Relationship Type="http://schemas.openxmlformats.org/officeDocument/2006/relationships/slide" Target="/ppt/slides/slide10.xml" Id="Raf407c38658f4578" /><Relationship Type="http://schemas.openxmlformats.org/officeDocument/2006/relationships/slide" Target="/ppt/slides/slide11.xml" Id="R1324a2f64e2e44da" /><Relationship Type="http://schemas.openxmlformats.org/officeDocument/2006/relationships/slide" Target="/ppt/slides/slide12.xml" Id="Rff9521101a904e66" /><Relationship Type="http://schemas.openxmlformats.org/officeDocument/2006/relationships/slide" Target="/ppt/slides/slide13.xml" Id="R255e8b6f925e4cce" /><Relationship Type="http://schemas.openxmlformats.org/officeDocument/2006/relationships/slide" Target="/ppt/slides/slide14.xml" Id="R253ba8c29da84c9e" /><Relationship Type="http://schemas.openxmlformats.org/officeDocument/2006/relationships/slide" Target="/ppt/slides/slide15.xml" Id="R3d1ac36a768a4bd5" /><Relationship Type="http://schemas.openxmlformats.org/officeDocument/2006/relationships/slide" Target="/ppt/slides/slide16.xml" Id="R509a7b451f6145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0295acc08f42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e552c69a3747a1" /><Relationship Type="http://schemas.openxmlformats.org/officeDocument/2006/relationships/notesMaster" Target="/ppt/notesMasters/notesMaster1.xml" Id="R1aae4f397a384f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ffaac2d85c4dda" /><Relationship Type="http://schemas.openxmlformats.org/officeDocument/2006/relationships/notesMaster" Target="/ppt/notesMasters/notesMaster1.xml" Id="R21489ddb788240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eb4276c0ae4e99" /><Relationship Type="http://schemas.openxmlformats.org/officeDocument/2006/relationships/notesMaster" Target="/ppt/notesMasters/notesMaster1.xml" Id="Rf695b14a9dda4c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9a114b536d42d8" /><Relationship Type="http://schemas.openxmlformats.org/officeDocument/2006/relationships/notesMaster" Target="/ppt/notesMasters/notesMaster1.xml" Id="R36f4f125fad046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a2d0d583a74e74" /><Relationship Type="http://schemas.openxmlformats.org/officeDocument/2006/relationships/notesMaster" Target="/ppt/notesMasters/notesMaster1.xml" Id="R633d5d473cd949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d34a46ac544b65" /><Relationship Type="http://schemas.openxmlformats.org/officeDocument/2006/relationships/notesMaster" Target="/ppt/notesMasters/notesMaster1.xml" Id="Rfdda47e7de854e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9ab8c63f044f07" /><Relationship Type="http://schemas.openxmlformats.org/officeDocument/2006/relationships/notesMaster" Target="/ppt/notesMasters/notesMaster1.xml" Id="R0b285c05116a48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cd78cecaaf4b3d" /><Relationship Type="http://schemas.openxmlformats.org/officeDocument/2006/relationships/notesMaster" Target="/ppt/notesMasters/notesMaster1.xml" Id="R874cd86182bc48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fa16bfa2f848f3" /><Relationship Type="http://schemas.openxmlformats.org/officeDocument/2006/relationships/notesMaster" Target="/ppt/notesMasters/notesMaster1.xml" Id="R3a8fcec3a2e84f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4881467d624efc" /><Relationship Type="http://schemas.openxmlformats.org/officeDocument/2006/relationships/notesMaster" Target="/ppt/notesMasters/notesMaster1.xml" Id="Rf582f4d59fc24c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15c6d8a01f4fc5" /><Relationship Type="http://schemas.openxmlformats.org/officeDocument/2006/relationships/notesMaster" Target="/ppt/notesMasters/notesMaster1.xml" Id="R7f893a56b35946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9831930abb466d" /><Relationship Type="http://schemas.openxmlformats.org/officeDocument/2006/relationships/notesMaster" Target="/ppt/notesMasters/notesMaster1.xml" Id="Rc64e78fdcdfc41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33bcb8f1334319" /><Relationship Type="http://schemas.openxmlformats.org/officeDocument/2006/relationships/notesMaster" Target="/ppt/notesMasters/notesMaster1.xml" Id="Ra77f99cd019840f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4a6b46823040dd" /><Relationship Type="http://schemas.openxmlformats.org/officeDocument/2006/relationships/notesMaster" Target="/ppt/notesMasters/notesMaster1.xml" Id="Rf54aee66c716454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c4c4531de74f2d" /><Relationship Type="http://schemas.openxmlformats.org/officeDocument/2006/relationships/notesMaster" Target="/ppt/notesMasters/notesMaster1.xml" Id="Re93f3919ce9145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dcf960a308c439c" /><Relationship Type="http://schemas.openxmlformats.org/officeDocument/2006/relationships/notesMaster" Target="/ppt/notesMasters/notesMaster1.xml" Id="Rea111130293942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C:\Users\eason1288\Documents\上課資料夾\紫微斗數課程\紫微斗數_第17堂_學生講義.docx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C:\Users\eason1288\Documents\上課資料夾\紫微斗數課程\紫微斗數_第17堂_學生講義.docx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C:\Users\eason1288\Documents\上課資料夾\紫微斗數課程\紫微斗數_第17堂_學生講義.docx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C:\Users\eason1288\Documents\上課資料夾\紫微斗數課程\紫微斗數_第17堂_學生講義.docx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C:\Users\eason1288\Documents\上課資料夾\紫微斗數課程\紫微斗數_第17堂_學生講義.docx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C:\Users\eason1288\Documents\上課資料夾\紫微斗數課程\紫微斗數_第17堂_學生講義.docx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C:\Users\eason1288\Documents\上課資料夾\紫微斗數課程\紫微斗數_第17堂_學生講義.docx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5dc4e97e148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4a9d90af3a4c43" /><Relationship Type="http://schemas.openxmlformats.org/officeDocument/2006/relationships/slideLayout" Target="/ppt/slideLayouts/slideLayout1.xml" Id="Rfa4a441ac65243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4a441ac65243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29eef04784b57" /><Relationship Type="http://schemas.openxmlformats.org/officeDocument/2006/relationships/notesSlide" Target="/ppt/notesSlides/notesSlide1.xml" Id="R9d8accdca1784b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0c813570841d7" /><Relationship Type="http://schemas.openxmlformats.org/officeDocument/2006/relationships/notesSlide" Target="/ppt/notesSlides/notesSlide2.xml" Id="R9e549d6352e544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d23d2193d48aa" /><Relationship Type="http://schemas.openxmlformats.org/officeDocument/2006/relationships/notesSlide" Target="/ppt/notesSlides/notesSlide3.xml" Id="R0aaf6682b19d40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9dedafe2e4adc" /><Relationship Type="http://schemas.openxmlformats.org/officeDocument/2006/relationships/notesSlide" Target="/ppt/notesSlides/notesSlide4.xml" Id="R6ce6dc544c1249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8dec14ab64182" /><Relationship Type="http://schemas.openxmlformats.org/officeDocument/2006/relationships/notesSlide" Target="/ppt/notesSlides/notesSlide5.xml" Id="Rfa1942b9099242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b5e9ec5144363" /><Relationship Type="http://schemas.openxmlformats.org/officeDocument/2006/relationships/notesSlide" Target="/ppt/notesSlides/notesSlide6.xml" Id="Rf9982b7e4ee640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9607f6f324206" /><Relationship Type="http://schemas.openxmlformats.org/officeDocument/2006/relationships/notesSlide" Target="/ppt/notesSlides/notesSlide7.xml" Id="R8206818ea8b144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0db9e4e254e62" /><Relationship Type="http://schemas.openxmlformats.org/officeDocument/2006/relationships/notesSlide" Target="/ppt/notesSlides/notesSlide8.xml" Id="Ra31cdde9c6db4c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6c86d93e94a55" /><Relationship Type="http://schemas.openxmlformats.org/officeDocument/2006/relationships/notesSlide" Target="/ppt/notesSlides/notesSlide9.xml" Id="R4039a36dc6e143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0aa9b97804eed" /><Relationship Type="http://schemas.openxmlformats.org/officeDocument/2006/relationships/notesSlide" Target="/ppt/notesSlides/notesSlide10.xml" Id="R0d82c944540549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edeccbc414bce" /><Relationship Type="http://schemas.openxmlformats.org/officeDocument/2006/relationships/notesSlide" Target="/ppt/notesSlides/notesSlide11.xml" Id="R7e15fe961a6b4f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198756d4b4f71" /><Relationship Type="http://schemas.openxmlformats.org/officeDocument/2006/relationships/notesSlide" Target="/ppt/notesSlides/notesSlide12.xml" Id="R10de99cd528f49c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6c6da2a4843b9" /><Relationship Type="http://schemas.openxmlformats.org/officeDocument/2006/relationships/notesSlide" Target="/ppt/notesSlides/notesSlide13.xml" Id="R0f2aad33432843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e9525598f4f43" /><Relationship Type="http://schemas.openxmlformats.org/officeDocument/2006/relationships/notesSlide" Target="/ppt/notesSlides/notesSlide14.xml" Id="Rb4912d1845aa46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a0a766d24438a" /><Relationship Type="http://schemas.openxmlformats.org/officeDocument/2006/relationships/notesSlide" Target="/ppt/notesSlides/notesSlide15.xml" Id="R38c1c0216cf14d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79e5eb30e4b7e" /><Relationship Type="http://schemas.openxmlformats.org/officeDocument/2006/relationships/notesSlide" Target="/ppt/notesSlides/notesSlide16.xml" Id="R73e692f044d74f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04B70-69D3-4E25-97ED-2325EF16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85900"/>
            <a:ext cx="1295400" cy="1295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E05FB-48BF-4093-9E33-84943442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拾柒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9127A-58DB-4BF4-A8E7-9031D19D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668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Z I   W E I   D O U   S H U ·  STUDENT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30D7C-9095-4841-8B51-19E634BA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大限推排與運限論斷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4B20E-D4D9-42C4-A754-D58AA76F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rPr>
              <a:t>第17堂 · 學生版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49363-FD9C-43DA-9143-7A61E7B9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52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學 生 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時數 3 小時 | 三合為體，飛星為用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壹、運限觀:命是種子,運是季節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先天命盤定「格局」,如同一顆種子的品種;但種子何時開花結果,要看走到什麼「季節」——這就是運限。同一顆種子,在春天與寒冬開出的花完全不同。因此: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B3CA3-7791-44F7-B0FE-77D5B51F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保留學生講義原文與表格內容</a:t>
            </a:r>
          </a:p>
        </p:txBody>
      </p:sp>
    </p:spTree>
    <p:extLst>
      <p:ext uri="{BB962C8B-B14F-4D97-AF65-F5344CB8AC3E}">
        <p14:creationId xmlns:p14="http://schemas.microsoft.com/office/powerpoint/2010/main" val="7737246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5C7E2-A017-4777-A9AA-5BC0F525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7AEF7-C134-4155-8925-25C0A061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講義表格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A3514-08FD-4379-A09F-143FFAE6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本堂學習目標 1. 建立「命是種子、運是季節」的運限觀。 2. 熟練大限的起排:起運歲數、陰陽男女順逆、每宮十年。 3. 學會以大限命宮為太極,重佈大限十二宮。 4. 掌握「大限四化引動本命」——先看引動、再看坐守。 5. 能排出自己一生大限,標出關鍵轉折之限。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9CB67-B44A-4E37-A6FF-914E5CE4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拾柒   002</a:t>
            </a:r>
          </a:p>
        </p:txBody>
      </p:sp>
    </p:spTree>
    <p:extLst>
      <p:ext uri="{BB962C8B-B14F-4D97-AF65-F5344CB8AC3E}">
        <p14:creationId xmlns:p14="http://schemas.microsoft.com/office/powerpoint/2010/main" val="13908931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C8258-95D6-4A3B-A722-5D63509B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50879-745C-41DF-90D1-62548B23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壹、運限觀:命是種子,運是季節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1E916-A713-47D3-AB76-C73490F9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8A905-3D2E-4B1F-AE1B-7736D70F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EEE6C-E99B-4993-AF38-739D5FA7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先天命盤定「格局」,如同一顆種子的品種;但種子何時開花結果,要看走到什麼「季節」——這就是運限。同一顆種子,在春天與寒冬開出的花完全不同。因此: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E7C0A-E49B-4006-86BF-9DD8D0B6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拾柒   003</a:t>
            </a:r>
          </a:p>
        </p:txBody>
      </p:sp>
    </p:spTree>
    <p:extLst>
      <p:ext uri="{BB962C8B-B14F-4D97-AF65-F5344CB8AC3E}">
        <p14:creationId xmlns:p14="http://schemas.microsoft.com/office/powerpoint/2010/main" val="16748063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7F330-1609-4BD3-933A-08C5E823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502B9-89A5-4CA7-B303-0738377E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壹、運限觀:命是種子,運是季節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6A11B-1128-4517-91F4-8138608A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運限總綱 格局定高度、運限定時機。好格局走壞運也黯淡,普通格局走好運也風光。 論運的順序永遠是:先看走到本命哪一宮、引動了什麼四化,再看大限本身坐什麼星。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23B26-6A9B-48F1-BE11-7C0667A2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拾柒   004</a:t>
            </a:r>
          </a:p>
        </p:txBody>
      </p:sp>
    </p:spTree>
    <p:extLst>
      <p:ext uri="{BB962C8B-B14F-4D97-AF65-F5344CB8AC3E}">
        <p14:creationId xmlns:p14="http://schemas.microsoft.com/office/powerpoint/2010/main" val="1634197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5E98E-58C1-4974-AD4B-3DFC68CA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1EF21-3C63-45E5-8363-52CB130A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貳、大限的起排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CA3E1-A1D9-4B93-A2EB-D6BEC65B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1F376-6D1B-4F70-B779-7B8E8DE2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669D5-6650-455D-8D42-1853B6B1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起運歲數 由五行局決定:水二局約2歲起、木三局3歲、金四局4歲、土五局5歲、火六局6歲(虛歲)。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順逆方向 陽男、陰女順行(大限依十二宮順序前進);陰男、陽女逆行。「陰陽」指生年天干之陰陽。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每宮十年 第一大限自命宮起,每一宮管十年,依順逆順序遞進(如水二局:2–11 命宮、12–21 次宮⋯)。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132FD-0813-44E3-802D-99E1D463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拾柒   005</a:t>
            </a:r>
          </a:p>
        </p:txBody>
      </p:sp>
    </p:spTree>
    <p:extLst>
      <p:ext uri="{BB962C8B-B14F-4D97-AF65-F5344CB8AC3E}">
        <p14:creationId xmlns:p14="http://schemas.microsoft.com/office/powerpoint/2010/main" val="11950167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7DC1A-DAE6-4235-9ED8-1C24EADD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EA907-AF5D-4C09-B866-DF032ABD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貳、大限的起排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57399-8196-447E-A327-27B40804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9388"/>
                <a:gridCol w="2719388"/>
                <a:gridCol w="2719388"/>
                <a:gridCol w="2719388"/>
              </a:tblGrid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五行局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起運虛歲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第一大限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第二大限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水二局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歲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– 11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 – 21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木三局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 歲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 – 12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13 – 22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金四局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 歲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 – 13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 – 23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土五局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歲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– 14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 – 24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火六局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 歲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 – 15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16 – 25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99229-C7D7-427B-A9DB-5DF6C55F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拾柒   006</a:t>
            </a:r>
          </a:p>
        </p:txBody>
      </p:sp>
    </p:spTree>
    <p:extLst>
      <p:ext uri="{BB962C8B-B14F-4D97-AF65-F5344CB8AC3E}">
        <p14:creationId xmlns:p14="http://schemas.microsoft.com/office/powerpoint/2010/main" val="7160245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16C99-7230-4E94-AD87-1D0D3B3D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6D4F3-F92E-474D-ADEB-09644476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參、大限十二宮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960BB-0754-40FC-B0D3-8BDBCF62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25C15-D243-46BD-B978-34B57678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37EFA-05F1-462D-94F0-625B1B47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大限走到某一宮,該宮即成為這十年的「大限命宮」。以它為太極(第二堂太極點的運用),重新佈出這十年專屬的十二宮——大限命、大限財帛、大限夫妻⋯這叫「大限十二宮」。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於是每十年,你都有一套「本命盤(先天)」與「大限盤(這十年)」重疊在一起。論這十年的財運,就看大限財帛宮(疊在本命某宮之上);論這十年的感情,就看大限夫妻宮。兩盤重疊,是運限論斷的基本畫面。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BE5A8-465A-4742-B697-65BA5116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拾柒   007</a:t>
            </a:r>
          </a:p>
        </p:txBody>
      </p:sp>
    </p:spTree>
    <p:extLst>
      <p:ext uri="{BB962C8B-B14F-4D97-AF65-F5344CB8AC3E}">
        <p14:creationId xmlns:p14="http://schemas.microsoft.com/office/powerpoint/2010/main" val="15338381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C4141-0738-4E51-8639-09FD8867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A5AE0-6D7A-48B2-9C0E-031483EE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肆、大限四化引動本命 —— 運限的機關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15BF1-FBB1-4EDD-B0D8-2C4CA9ED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CD424-E8BE-469C-93C3-7536BA1F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B34FF-4FC8-4CAE-A625-CE1D860A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這是本堂最核心、也最容易被忽略的關鍵。大限盤不是孤立的:以「大限命宮的宮干」飛出四化,去引動本命的十二宮——這才是決定這十年吉凶的真正機關: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大限化祿引動本命某宮:這十年那個領域順遂、有得(如引動本命財宮→財旺之限)。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大限化忌引動本命某宮:這十年那個領域有變動、壓力或損耗(如沖本命夫妻→婚姻起波之限)。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大限化權、化科:這十年在該領域能掌權、得名或有貴人。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7E4B5-678F-4974-9B04-BDAA8BD3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拾柒   008</a:t>
            </a:r>
          </a:p>
        </p:txBody>
      </p:sp>
    </p:spTree>
    <p:extLst>
      <p:ext uri="{BB962C8B-B14F-4D97-AF65-F5344CB8AC3E}">
        <p14:creationId xmlns:p14="http://schemas.microsoft.com/office/powerpoint/2010/main" val="14615719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9EC6C-BBDF-4929-AC02-B37C28E9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2AB96-37E6-4849-8CAF-A2688AB3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肆、大限四化引動本命 —— 運限的機關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23F40-2F2A-4E28-B1A4-B1005D6A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師傳心法 論運要先看大限走到本命的哪一宮、又引動了哪些四化——順序錯了,就全盤皆錯。只看大限命宮坐什麼星,是半吊子的看法;「引動本命何宮」,才是老手的眼睛。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E84E9-79F9-47AA-B539-E34EAD6F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拾柒   009</a:t>
            </a:r>
          </a:p>
        </p:txBody>
      </p:sp>
    </p:spTree>
    <p:extLst>
      <p:ext uri="{BB962C8B-B14F-4D97-AF65-F5344CB8AC3E}">
        <p14:creationId xmlns:p14="http://schemas.microsoft.com/office/powerpoint/2010/main" val="7120937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C5D2F-FE51-4166-8D7A-2DBB7D7D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99D69-5455-4686-9950-1959AFC5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伍、本命大限重疊與輔助盤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13A97-904A-4C8D-9326-9E45D3F7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F0AB4-FD70-4A55-9114-DE35BFF0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7BDE4-D3CF-4DAB-B0D9-E8191F22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本命為底、大限為引:本命是先天的根,大限四化是這十年的引信;兩者疊看,吉凶才準。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小限:另一套逐年輔助的限度(每年走一宮),可輔助流年參看,力量次於大限流年。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太歲:流年地支所在,論流年時的重要參照(下堂詳述)。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4EB9C-553E-48AE-A0B4-B7161E62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拾柒   010</a:t>
            </a:r>
          </a:p>
        </p:txBody>
      </p:sp>
    </p:spTree>
    <p:extLst>
      <p:ext uri="{BB962C8B-B14F-4D97-AF65-F5344CB8AC3E}">
        <p14:creationId xmlns:p14="http://schemas.microsoft.com/office/powerpoint/2010/main" val="7028005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2B964-54DE-44CD-88A0-E9BD4EDC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EF5DF-0CE3-4E12-B72D-01C7977C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陸、運限吉凶判準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0D5A6-538F-480F-BC93-D7B8FEB1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2914D-8CB2-4F1A-820A-72B42192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F8B6F-4115-4FEF-92C7-04550175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吉限 大限化祿權科引動本命命、財、官、田等我宮;大限命宮坐吉會祿——主這十年順遂上揚。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凶限 大限化忌沖本命命遷或夫妻官祿;走入本命破敗宮;逢生年忌、大限忌、煞星聚集之宮——主這十年多變動、壓力、須守。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重關 生年忌之宮 + 大限忌交沖之限,為一生重要關口,宜守宜避、忌大動作。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30B09-63C4-47E2-BD91-F604A0BC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拾柒   011</a:t>
            </a:r>
          </a:p>
        </p:txBody>
      </p:sp>
    </p:spTree>
    <p:extLst>
      <p:ext uri="{BB962C8B-B14F-4D97-AF65-F5344CB8AC3E}">
        <p14:creationId xmlns:p14="http://schemas.microsoft.com/office/powerpoint/2010/main" val="14976449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3986A-A7DF-47C8-AACF-01984163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CA732-D025-4BC3-950F-7CDA11E7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619EF-5064-4ECD-8D98-474D8CCB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C7429-E580-441E-B524-2E4024F2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99095-052F-4CFA-81A9-AA697EA7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練習一 「命是種子、運是季節」——用一句話說明它的論運原則。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練習二 各五行局的起運虛歲分別為何?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練習三 大限順行、逆行,分別是哪些人?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練習四 論運為何要「先看引動、再看坐守」?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練習五 一生的「重關」大限,通常是什麼四化組合之限?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439E8-2D31-4B27-8D77-D20239F7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拾柒   012</a:t>
            </a:r>
          </a:p>
        </p:txBody>
      </p:sp>
    </p:spTree>
    <p:extLst>
      <p:ext uri="{BB962C8B-B14F-4D97-AF65-F5344CB8AC3E}">
        <p14:creationId xmlns:p14="http://schemas.microsoft.com/office/powerpoint/2010/main" val="11837699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A0006-A735-4538-9495-E189D921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15B7E-FCAC-488C-AA16-7FB7E664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B984A-F954-4341-A60C-9C919871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E65AE-81EB-4648-A1C4-0304CCB5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9BA32-CB15-4F5E-A166-8ADA3921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81F36-0F4F-46DC-852D-8354AE48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拾柒   013</a:t>
            </a:r>
          </a:p>
        </p:txBody>
      </p:sp>
    </p:spTree>
    <p:extLst>
      <p:ext uri="{BB962C8B-B14F-4D97-AF65-F5344CB8AC3E}">
        <p14:creationId xmlns:p14="http://schemas.microsoft.com/office/powerpoint/2010/main" val="7084642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CBA90-90B8-4FB2-BA01-BFA62F08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2BF54-6211-44D7-92D1-C2688BCD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CD616-1D4B-40FC-A55E-9EEEA383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0A109-89CF-49A6-B355-91B51684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0130E-12C6-4C5E-855D-C9586620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1. 排出自己一生的大限(起運歲數、順逆、每宮十年),標在命盤上。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2. 找出自己「最順」與「最需守」的兩步大限,說明各引動了本命哪些宮。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3. 為一位家人排大限,對照其過去某十年的實際遭遇驗證。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B39E5-4564-49B5-A44C-0ECDF243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拾柒   014</a:t>
            </a:r>
          </a:p>
        </p:txBody>
      </p:sp>
    </p:spTree>
    <p:extLst>
      <p:ext uri="{BB962C8B-B14F-4D97-AF65-F5344CB8AC3E}">
        <p14:creationId xmlns:p14="http://schemas.microsoft.com/office/powerpoint/2010/main" val="19813320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926D7-4BBF-46A8-AC6C-E8128E22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AEA0C-D96B-4F4B-8779-A47B85E4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01360-14FD-4231-9D73-406493CB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下堂預告 第十八堂:流年流月與應期。將在大限之上再疊流年,學會「三重逢合」抓大事、並精準判斷「哪一年、哪一月」發生什麼——應期,是命理師的試金石。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5F5BD-5FFE-4BE3-8F76-14CB593F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拾柒   015</a:t>
            </a:r>
          </a:p>
        </p:txBody>
      </p:sp>
    </p:spTree>
    <p:extLst>
      <p:ext uri="{BB962C8B-B14F-4D97-AF65-F5344CB8AC3E}">
        <p14:creationId xmlns:p14="http://schemas.microsoft.com/office/powerpoint/2010/main" val="2421733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C8828-1401-475A-BC2D-3712516D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6210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DCD70-639E-455F-B39F-E49FC309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797D7-EB4E-4E37-B359-C9E38B03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學生講義 · 本堂內容完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6CF1A-2173-40E2-8B65-A9CC32ED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請回到原講義逐項複習，將名詞、規則與練習題寫在自己的命盤或筆記上。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C76D6-548B-44FC-97D9-9AC012A7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626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不含教師解答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08FDC-7A8E-4D59-9C64-7DDD0469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拾柒   016</a:t>
            </a:r>
          </a:p>
        </p:txBody>
      </p:sp>
    </p:spTree>
    <p:extLst>
      <p:ext uri="{BB962C8B-B14F-4D97-AF65-F5344CB8AC3E}">
        <p14:creationId xmlns:p14="http://schemas.microsoft.com/office/powerpoint/2010/main" val="1969586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2026-09-13T05:38:11.4120000Z</dcterms:created>
  <dcterms:modified xsi:type="dcterms:W3CDTF">2026-09-13T05:38:11.4120000Z</dcterms:modified>
</coreProperties>
</file>