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f0656faed944af" /><Relationship Type="http://schemas.openxmlformats.org/officeDocument/2006/relationships/extended-properties" Target="/docProps/app.xml" Id="Rd6157a67b6b44c9f" /><Relationship Type="http://schemas.openxmlformats.org/officeDocument/2006/relationships/officeDocument" Target="/ppt/presentation.xml" Id="Rb255fd2e6ad5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aed52e534f4471"/>
  </p:sldMasterIdLst>
  <p:notesMasterIdLst>
    <p:notesMasterId xmlns:r="http://schemas.openxmlformats.org/officeDocument/2006/relationships" r:id="R421bba8f03a9429c"/>
  </p:notesMasterIdLst>
  <p:sldIdLst>
    <p:sldId xmlns:r="http://schemas.openxmlformats.org/officeDocument/2006/relationships" id="256" r:id="R63173db99dd24098"/>
    <p:sldId xmlns:r="http://schemas.openxmlformats.org/officeDocument/2006/relationships" id="257" r:id="R060e5043cc994e44"/>
    <p:sldId xmlns:r="http://schemas.openxmlformats.org/officeDocument/2006/relationships" id="258" r:id="R5fb71fee13b84fc7"/>
    <p:sldId xmlns:r="http://schemas.openxmlformats.org/officeDocument/2006/relationships" id="259" r:id="R8e919f735c894307"/>
    <p:sldId xmlns:r="http://schemas.openxmlformats.org/officeDocument/2006/relationships" id="260" r:id="R13c5552b7f914b41"/>
    <p:sldId xmlns:r="http://schemas.openxmlformats.org/officeDocument/2006/relationships" id="261" r:id="R6eec08dd432d4798"/>
    <p:sldId xmlns:r="http://schemas.openxmlformats.org/officeDocument/2006/relationships" id="262" r:id="R70051b8f071f4502"/>
    <p:sldId xmlns:r="http://schemas.openxmlformats.org/officeDocument/2006/relationships" id="263" r:id="R917c1d1c6833418f"/>
    <p:sldId xmlns:r="http://schemas.openxmlformats.org/officeDocument/2006/relationships" id="264" r:id="Rb3c3b6ed3e094125"/>
    <p:sldId xmlns:r="http://schemas.openxmlformats.org/officeDocument/2006/relationships" id="265" r:id="Rfcbb0df783494738"/>
    <p:sldId xmlns:r="http://schemas.openxmlformats.org/officeDocument/2006/relationships" id="266" r:id="R6d332c97ccd940d4"/>
    <p:sldId xmlns:r="http://schemas.openxmlformats.org/officeDocument/2006/relationships" id="267" r:id="R3597bf4245314e7c"/>
    <p:sldId xmlns:r="http://schemas.openxmlformats.org/officeDocument/2006/relationships" id="268" r:id="Rd95a04c8b9ed4e9b"/>
    <p:sldId xmlns:r="http://schemas.openxmlformats.org/officeDocument/2006/relationships" id="269" r:id="R4519bc2e3e22405c"/>
    <p:sldId xmlns:r="http://schemas.openxmlformats.org/officeDocument/2006/relationships" id="270" r:id="R0bd550c27dd04143"/>
    <p:sldId xmlns:r="http://schemas.openxmlformats.org/officeDocument/2006/relationships" id="271" r:id="R819916c45aa64c3d"/>
    <p:sldId xmlns:r="http://schemas.openxmlformats.org/officeDocument/2006/relationships" id="272" r:id="R0033866f22744319"/>
    <p:sldId xmlns:r="http://schemas.openxmlformats.org/officeDocument/2006/relationships" id="273" r:id="R1e50b33efcfa4573"/>
    <p:sldId xmlns:r="http://schemas.openxmlformats.org/officeDocument/2006/relationships" id="274" r:id="Rb76018710d994265"/>
    <p:sldId xmlns:r="http://schemas.openxmlformats.org/officeDocument/2006/relationships" id="275" r:id="R501c4d1594eb4059"/>
    <p:sldId xmlns:r="http://schemas.openxmlformats.org/officeDocument/2006/relationships" id="276" r:id="Rdf83568e668341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2be5d5cd3446df" /><Relationship Type="http://schemas.openxmlformats.org/officeDocument/2006/relationships/slideMaster" Target="/ppt/slideMasters/slideMaster1.xml" Id="Rd5aed52e534f4471" /><Relationship Type="http://schemas.openxmlformats.org/officeDocument/2006/relationships/notesMaster" Target="/ppt/notesMasters/notesMaster1.xml" Id="R421bba8f03a9429c" /><Relationship Type="http://schemas.openxmlformats.org/officeDocument/2006/relationships/presProps" Target="/ppt/presProps.xml" Id="Rdcb05308bb384108" /><Relationship Type="http://schemas.openxmlformats.org/officeDocument/2006/relationships/tableStyles" Target="/ppt/tableStyles.xml" Id="R086868c3a4d34c6d" /><Relationship Type="http://schemas.openxmlformats.org/officeDocument/2006/relationships/slide" Target="/ppt/slides/slide1.xml" Id="R63173db99dd24098" /><Relationship Type="http://schemas.openxmlformats.org/officeDocument/2006/relationships/slide" Target="/ppt/slides/slide2.xml" Id="R060e5043cc994e44" /><Relationship Type="http://schemas.openxmlformats.org/officeDocument/2006/relationships/slide" Target="/ppt/slides/slide3.xml" Id="R5fb71fee13b84fc7" /><Relationship Type="http://schemas.openxmlformats.org/officeDocument/2006/relationships/slide" Target="/ppt/slides/slide4.xml" Id="R8e919f735c894307" /><Relationship Type="http://schemas.openxmlformats.org/officeDocument/2006/relationships/slide" Target="/ppt/slides/slide5.xml" Id="R13c5552b7f914b41" /><Relationship Type="http://schemas.openxmlformats.org/officeDocument/2006/relationships/slide" Target="/ppt/slides/slide6.xml" Id="R6eec08dd432d4798" /><Relationship Type="http://schemas.openxmlformats.org/officeDocument/2006/relationships/slide" Target="/ppt/slides/slide7.xml" Id="R70051b8f071f4502" /><Relationship Type="http://schemas.openxmlformats.org/officeDocument/2006/relationships/slide" Target="/ppt/slides/slide8.xml" Id="R917c1d1c6833418f" /><Relationship Type="http://schemas.openxmlformats.org/officeDocument/2006/relationships/slide" Target="/ppt/slides/slide9.xml" Id="Rb3c3b6ed3e094125" /><Relationship Type="http://schemas.openxmlformats.org/officeDocument/2006/relationships/slide" Target="/ppt/slides/slide10.xml" Id="Rfcbb0df783494738" /><Relationship Type="http://schemas.openxmlformats.org/officeDocument/2006/relationships/slide" Target="/ppt/slides/slide11.xml" Id="R6d332c97ccd940d4" /><Relationship Type="http://schemas.openxmlformats.org/officeDocument/2006/relationships/slide" Target="/ppt/slides/slide12.xml" Id="R3597bf4245314e7c" /><Relationship Type="http://schemas.openxmlformats.org/officeDocument/2006/relationships/slide" Target="/ppt/slides/slide13.xml" Id="Rd95a04c8b9ed4e9b" /><Relationship Type="http://schemas.openxmlformats.org/officeDocument/2006/relationships/slide" Target="/ppt/slides/slide14.xml" Id="R4519bc2e3e22405c" /><Relationship Type="http://schemas.openxmlformats.org/officeDocument/2006/relationships/slide" Target="/ppt/slides/slide15.xml" Id="R0bd550c27dd04143" /><Relationship Type="http://schemas.openxmlformats.org/officeDocument/2006/relationships/slide" Target="/ppt/slides/slide16.xml" Id="R819916c45aa64c3d" /><Relationship Type="http://schemas.openxmlformats.org/officeDocument/2006/relationships/slide" Target="/ppt/slides/slide17.xml" Id="R0033866f22744319" /><Relationship Type="http://schemas.openxmlformats.org/officeDocument/2006/relationships/slide" Target="/ppt/slides/slide18.xml" Id="R1e50b33efcfa4573" /><Relationship Type="http://schemas.openxmlformats.org/officeDocument/2006/relationships/slide" Target="/ppt/slides/slide19.xml" Id="Rb76018710d994265" /><Relationship Type="http://schemas.openxmlformats.org/officeDocument/2006/relationships/slide" Target="/ppt/slides/slide20.xml" Id="R501c4d1594eb4059" /><Relationship Type="http://schemas.openxmlformats.org/officeDocument/2006/relationships/slide" Target="/ppt/slides/slide21.xml" Id="Rdf83568e668341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d734276c8141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0564d8d19141b6" /><Relationship Type="http://schemas.openxmlformats.org/officeDocument/2006/relationships/notesMaster" Target="/ppt/notesMasters/notesMaster1.xml" Id="R85757207be414b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0f2ae9acc940da" /><Relationship Type="http://schemas.openxmlformats.org/officeDocument/2006/relationships/notesMaster" Target="/ppt/notesMasters/notesMaster1.xml" Id="Re7bf70b4192948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e78cce377141f3" /><Relationship Type="http://schemas.openxmlformats.org/officeDocument/2006/relationships/notesMaster" Target="/ppt/notesMasters/notesMaster1.xml" Id="R5ee4216067864c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d6fc363555456f" /><Relationship Type="http://schemas.openxmlformats.org/officeDocument/2006/relationships/notesMaster" Target="/ppt/notesMasters/notesMaster1.xml" Id="Rb763a66e8cbf49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53de91cca1471a" /><Relationship Type="http://schemas.openxmlformats.org/officeDocument/2006/relationships/notesMaster" Target="/ppt/notesMasters/notesMaster1.xml" Id="R1448eaa998904b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58db33e6ad48cd" /><Relationship Type="http://schemas.openxmlformats.org/officeDocument/2006/relationships/notesMaster" Target="/ppt/notesMasters/notesMaster1.xml" Id="Rc5a1d8c1d7db48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68f180f714d6c" /><Relationship Type="http://schemas.openxmlformats.org/officeDocument/2006/relationships/notesMaster" Target="/ppt/notesMasters/notesMaster1.xml" Id="R90f6f515bc6141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96c444a14042bf" /><Relationship Type="http://schemas.openxmlformats.org/officeDocument/2006/relationships/notesMaster" Target="/ppt/notesMasters/notesMaster1.xml" Id="R00be512d85e84b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6193276c8b4289" /><Relationship Type="http://schemas.openxmlformats.org/officeDocument/2006/relationships/notesMaster" Target="/ppt/notesMasters/notesMaster1.xml" Id="R169ed8d8f45c45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ad2249f71846db" /><Relationship Type="http://schemas.openxmlformats.org/officeDocument/2006/relationships/notesMaster" Target="/ppt/notesMasters/notesMaster1.xml" Id="R20f3a33912a940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fa4c1eed8f4dd5" /><Relationship Type="http://schemas.openxmlformats.org/officeDocument/2006/relationships/notesMaster" Target="/ppt/notesMasters/notesMaster1.xml" Id="R80f760c6ac934f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9ea5b91703496e" /><Relationship Type="http://schemas.openxmlformats.org/officeDocument/2006/relationships/notesMaster" Target="/ppt/notesMasters/notesMaster1.xml" Id="R6eb977f8c7de40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de41765a26460d" /><Relationship Type="http://schemas.openxmlformats.org/officeDocument/2006/relationships/notesMaster" Target="/ppt/notesMasters/notesMaster1.xml" Id="R27fcb95029d445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9d7f997e6f4a71" /><Relationship Type="http://schemas.openxmlformats.org/officeDocument/2006/relationships/notesMaster" Target="/ppt/notesMasters/notesMaster1.xml" Id="R36e287ebc0c041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11d878b6894177" /><Relationship Type="http://schemas.openxmlformats.org/officeDocument/2006/relationships/notesMaster" Target="/ppt/notesMasters/notesMaster1.xml" Id="Rc5b290ebac3540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7a2c72561243fb" /><Relationship Type="http://schemas.openxmlformats.org/officeDocument/2006/relationships/notesMaster" Target="/ppt/notesMasters/notesMaster1.xml" Id="R4bead21c07f94e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814839e93b4ae2" /><Relationship Type="http://schemas.openxmlformats.org/officeDocument/2006/relationships/notesMaster" Target="/ppt/notesMasters/notesMaster1.xml" Id="Rb2b239d4bae649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8a30043bd24181" /><Relationship Type="http://schemas.openxmlformats.org/officeDocument/2006/relationships/notesMaster" Target="/ppt/notesMasters/notesMaster1.xml" Id="R38300c87042946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f0abce7e854dcf" /><Relationship Type="http://schemas.openxmlformats.org/officeDocument/2006/relationships/notesMaster" Target="/ppt/notesMasters/notesMaster1.xml" Id="Re227aeb86e064b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f01949ca254a95" /><Relationship Type="http://schemas.openxmlformats.org/officeDocument/2006/relationships/notesMaster" Target="/ppt/notesMasters/notesMaster1.xml" Id="Ra7726328e68143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c199ed3ac54c69" /><Relationship Type="http://schemas.openxmlformats.org/officeDocument/2006/relationships/notesMaster" Target="/ppt/notesMasters/notesMaster1.xml" Id="R46b5a2be30d74f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C:\Users\eason1288\Documents\上課資料夾\紫微斗數課程\紫微斗數_第20堂_學生講義.docx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8cf41b0af4e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3f1625cee247e8" /><Relationship Type="http://schemas.openxmlformats.org/officeDocument/2006/relationships/slideLayout" Target="/ppt/slideLayouts/slideLayout1.xml" Id="R7605b82ae7dd40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5b82ae7dd40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2e0edb56c4026" /><Relationship Type="http://schemas.openxmlformats.org/officeDocument/2006/relationships/notesSlide" Target="/ppt/notesSlides/notesSlide1.xml" Id="Rd2050c72183845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8e37ae9634284" /><Relationship Type="http://schemas.openxmlformats.org/officeDocument/2006/relationships/notesSlide" Target="/ppt/notesSlides/notesSlide2.xml" Id="Rd05bad7c39e541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63d57f26d4dbc" /><Relationship Type="http://schemas.openxmlformats.org/officeDocument/2006/relationships/notesSlide" Target="/ppt/notesSlides/notesSlide3.xml" Id="Rd94a46cf8f674a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e4afa79784348" /><Relationship Type="http://schemas.openxmlformats.org/officeDocument/2006/relationships/notesSlide" Target="/ppt/notesSlides/notesSlide4.xml" Id="R0e51ecc2de414f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ef8e5513c47ba" /><Relationship Type="http://schemas.openxmlformats.org/officeDocument/2006/relationships/notesSlide" Target="/ppt/notesSlides/notesSlide5.xml" Id="Rc8d9b2b0561046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4843ec4e94352" /><Relationship Type="http://schemas.openxmlformats.org/officeDocument/2006/relationships/notesSlide" Target="/ppt/notesSlides/notesSlide6.xml" Id="R0229d63efe3a45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4b810701446ae" /><Relationship Type="http://schemas.openxmlformats.org/officeDocument/2006/relationships/notesSlide" Target="/ppt/notesSlides/notesSlide7.xml" Id="R6b99c07eb17f47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86526abb6421a" /><Relationship Type="http://schemas.openxmlformats.org/officeDocument/2006/relationships/notesSlide" Target="/ppt/notesSlides/notesSlide8.xml" Id="R7aea0ee6a4db49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9754d2dc448f7" /><Relationship Type="http://schemas.openxmlformats.org/officeDocument/2006/relationships/notesSlide" Target="/ppt/notesSlides/notesSlide9.xml" Id="R2c14061c35044c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267cdddaa435f" /><Relationship Type="http://schemas.openxmlformats.org/officeDocument/2006/relationships/notesSlide" Target="/ppt/notesSlides/notesSlide10.xml" Id="Rfe46f5fea1ac4e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807c92ff741db" /><Relationship Type="http://schemas.openxmlformats.org/officeDocument/2006/relationships/notesSlide" Target="/ppt/notesSlides/notesSlide11.xml" Id="Rbe9506e1a2b84f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8eff89a8f4863" /><Relationship Type="http://schemas.openxmlformats.org/officeDocument/2006/relationships/notesSlide" Target="/ppt/notesSlides/notesSlide12.xml" Id="R50a16be656fe42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29ad95758419e" /><Relationship Type="http://schemas.openxmlformats.org/officeDocument/2006/relationships/notesSlide" Target="/ppt/notesSlides/notesSlide13.xml" Id="Reac191af941c46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aeff0409d408a" /><Relationship Type="http://schemas.openxmlformats.org/officeDocument/2006/relationships/notesSlide" Target="/ppt/notesSlides/notesSlide14.xml" Id="Ra4ed2d367a3a49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6dff3a93c41c6" /><Relationship Type="http://schemas.openxmlformats.org/officeDocument/2006/relationships/notesSlide" Target="/ppt/notesSlides/notesSlide15.xml" Id="Rcdbc53341ee344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32f39d8da4232" /><Relationship Type="http://schemas.openxmlformats.org/officeDocument/2006/relationships/notesSlide" Target="/ppt/notesSlides/notesSlide16.xml" Id="R9dfbf549b4e04b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f88ce785e4b05" /><Relationship Type="http://schemas.openxmlformats.org/officeDocument/2006/relationships/notesSlide" Target="/ppt/notesSlides/notesSlide17.xml" Id="R47595651641340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5d6678ba24c78" /><Relationship Type="http://schemas.openxmlformats.org/officeDocument/2006/relationships/notesSlide" Target="/ppt/notesSlides/notesSlide18.xml" Id="Rbb9f70baed8c48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e70eb4208426b" /><Relationship Type="http://schemas.openxmlformats.org/officeDocument/2006/relationships/notesSlide" Target="/ppt/notesSlides/notesSlide19.xml" Id="R132e9d3e860242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6e703063e44f7" /><Relationship Type="http://schemas.openxmlformats.org/officeDocument/2006/relationships/notesSlide" Target="/ppt/notesSlides/notesSlide20.xml" Id="R2325ff25f87b4e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5955e095249af" /><Relationship Type="http://schemas.openxmlformats.org/officeDocument/2006/relationships/notesSlide" Target="/ppt/notesSlides/notesSlide21.xml" Id="R135a502e54f54e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06E07-F2F8-43F6-B514-CC9E7C1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F1FA2-2261-4576-9C12-2EFAEF26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貳拾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A0BC4-06AD-409A-A887-56C41E25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F802A-36B0-4F42-B8F5-D95F3FB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諮詢心法 · 執業倫理 · 結業考核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53B40-44C9-4539-8311-986E263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第20堂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3EE99-EAB1-4881-8F47-E70F36BA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壹、諮詢流程 —— 把技術變成服務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命理準,只是基本;能讓客戶聽得懂、用得上、帶著力量離開,才是真本事。一場專業諮詢有固定節奏: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A85BB-5DF1-48CB-BF06-E88E964E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283822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0AE2D-9D97-4CDA-9B97-0366B2AF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0A181-1D1D-4484-B2B0-726146DF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E5298-385C-4668-AC19-DC31D5E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掌握完整的諮詢流程與把命理「翻成人話」的能力。 2. 學會敏感議題的說法——有溫度、給希望、留餘地。 3. 建立職業倫理與法律界線(四不)。 4. 認識執業經營與終身精進之路。 5. 通過結業考核,具備獨立接案的能力,正式出師。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CF79D-F684-47A9-A54B-2001AB62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002</a:t>
            </a:r>
          </a:p>
        </p:txBody>
      </p:sp>
    </p:spTree>
    <p:extLst>
      <p:ext uri="{BB962C8B-B14F-4D97-AF65-F5344CB8AC3E}">
        <p14:creationId xmlns:p14="http://schemas.microsoft.com/office/powerpoint/2010/main" val="1229686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C18EA-D467-4281-8BF5-F8D96672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A756E-52B9-4771-8BB0-E34B0B16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壹、諮詢流程 —— 把技術變成服務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A6F9C-2617-4AAB-AE9F-BF2C96D0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FAE43-59EC-4085-A23B-DB37FA71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379DA-3880-420F-A710-80D9522C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命理準,只是基本;能讓客戶聽得懂、用得上、帶著力量離開,才是真本事。一場專業諮詢有固定節奏: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D9608-CA4F-46D6-B41D-4598A0BB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003</a:t>
            </a:r>
          </a:p>
        </p:txBody>
      </p:sp>
    </p:spTree>
    <p:extLst>
      <p:ext uri="{BB962C8B-B14F-4D97-AF65-F5344CB8AC3E}">
        <p14:creationId xmlns:p14="http://schemas.microsoft.com/office/powerpoint/2010/main" val="28532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C7522-ED34-4F44-B0E1-E6E46BA6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9831C-784A-42F4-BB83-473CFA13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貳、把命理翻成人話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09864-E3DA-4DA8-8112-48127E3C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B37CA-53ED-4B08-A0BF-67EF6BD7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18249-42A3-4591-B964-8B363A2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客戶聽不懂的「準」,等於不準。務必戒掉術語轟炸,把專業語言翻成生活語言: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41B7D-C000-4F59-A877-493202B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004</a:t>
            </a:r>
          </a:p>
        </p:txBody>
      </p:sp>
    </p:spTree>
    <p:extLst>
      <p:ext uri="{BB962C8B-B14F-4D97-AF65-F5344CB8AC3E}">
        <p14:creationId xmlns:p14="http://schemas.microsoft.com/office/powerpoint/2010/main" val="1213266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A7356-F3BF-41AD-8EAC-C3C33D9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2B1DE-9DFF-43B7-958F-F978941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貳、把命理翻成人話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711F1-BF52-4D9D-A5B7-9399F462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8775"/>
                <a:gridCol w="5438775"/>
              </a:tblGrid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命理語言(對內)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客戶語言(對外)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命宮化忌入財、財帛自化忌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你對錢很在意、也肯拼,但容易存不住、常為錢操心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夫妻宮逢煞忌、忌沖官祿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感情這塊要多用心經營,情緒起伏時別讓它影響工作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大限走破敗宮、生年忌引動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未來這幾年是打底、宜守的階段,穩紮穩打會更好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疾厄太陰化忌逢陀羅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身體在內分泌這塊要多保養,建議定期檢查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BAFBB-B939-4195-AD0C-7C9C02A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005</a:t>
            </a:r>
          </a:p>
        </p:txBody>
      </p:sp>
    </p:spTree>
    <p:extLst>
      <p:ext uri="{BB962C8B-B14F-4D97-AF65-F5344CB8AC3E}">
        <p14:creationId xmlns:p14="http://schemas.microsoft.com/office/powerpoint/2010/main" val="586661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BF0C0-94AE-40D5-8B45-2671E477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F7228-1726-4D84-BDF4-3EE85D10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參、敏感議題的說法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B424A-64DC-416B-A213-135E54A4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22BD3-B1B0-4AEE-8B72-E5613C5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F2C76-9E11-412B-8119-3373568A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生死、疾病、感情破裂、財務危機——這些最難開口的題,最見命理師的修養。原則是:講傾向與時段、給化解方向、留一線希望,絕不恐嚇、絕不斷死: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83A68-4CD0-4022-B541-6432FACD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006</a:t>
            </a:r>
          </a:p>
        </p:txBody>
      </p:sp>
    </p:spTree>
    <p:extLst>
      <p:ext uri="{BB962C8B-B14F-4D97-AF65-F5344CB8AC3E}">
        <p14:creationId xmlns:p14="http://schemas.microsoft.com/office/powerpoint/2010/main" val="178470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81146-F860-4457-85CA-28ED09DC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CCFDB-26AB-46C1-90B9-232FC24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參、敏感議題的說法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E26A2-B447-4934-B078-F1F1325B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不要這樣說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要這樣說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健康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「你會得大病」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「這幾年身體某處要多留意,建議定期檢查、及早保養」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感情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「你今年一定離婚」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「今年感情容易有摩擦,是需要用心經營的一年」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財務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「你會破產」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「某段時間財務壓力較大,宜保守、預留週轉、避免擴張」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生死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（絕不觸碰、絕不斷）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「生死非我所能斷;把日子過好、把身體顧好最實在」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52CA3-9D95-47EB-8DC5-EFE1566A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007</a:t>
            </a:r>
          </a:p>
        </p:txBody>
      </p:sp>
    </p:spTree>
    <p:extLst>
      <p:ext uri="{BB962C8B-B14F-4D97-AF65-F5344CB8AC3E}">
        <p14:creationId xmlns:p14="http://schemas.microsoft.com/office/powerpoint/2010/main" val="1195216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C17D4-1990-48EA-8CDC-DFF0BC41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B8375-8827-4546-ADBE-2AFE427C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參、敏感議題的說法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EA1B9-834B-4E7D-B0BB-AF08C8EB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技術決定下限,心術決定上限。最好的命理師,是讓人離開時,比走進來時更有力量、更有方向的人。你的話,可能是對方低谷裡唯一的一盞燈——請溫柔而誠實地點亮它。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1D165-B0ED-4BD7-A15C-EE07FAEC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008</a:t>
            </a:r>
          </a:p>
        </p:txBody>
      </p:sp>
    </p:spTree>
    <p:extLst>
      <p:ext uri="{BB962C8B-B14F-4D97-AF65-F5344CB8AC3E}">
        <p14:creationId xmlns:p14="http://schemas.microsoft.com/office/powerpoint/2010/main" val="766181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0C7EE-634D-42C3-9160-B53E98C7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10B38-30D3-42D2-A6EA-5113293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肆、職業倫理與法律界線 —— 四不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1F356-09B8-41A8-ADB2-47D42277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執業四不 一、不斷生死——生死非人能鐵斷,妄斷造業且可能害命。 二、不涉醫療診斷——只提醒保養與就醫,不取代醫師、不指示用藥停藥。 三、不恐嚇斂財——不以災禍恐嚇、不誘人高價改運;改運先改心與行。 四、不洩人隱私——客戶與其六親的私事,守口如瓶。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8FE39-383F-4E66-9A1A-7CBA4A16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009</a:t>
            </a:r>
          </a:p>
        </p:txBody>
      </p:sp>
    </p:spTree>
    <p:extLst>
      <p:ext uri="{BB962C8B-B14F-4D97-AF65-F5344CB8AC3E}">
        <p14:creationId xmlns:p14="http://schemas.microsoft.com/office/powerpoint/2010/main" val="1748705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BEF60-2A51-4160-A9CD-825FCBE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93D23-B709-4D5B-9239-027763F9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肆、職業倫理與法律界線 —— 四不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39F65-E761-4376-991F-5F3387B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D0DAE-3A48-438C-96BF-DC735790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F60C-6784-497D-B3CF-4FB6D7C1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此外:尊重當事人的自由意志(命理是參考,決定權在他)、不介入他人因果強行操作、對法律與醫療專業保持敬畏。守住這些界線,你才走得長遠、睡得安穩。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91A26-0E6D-4042-A2D7-618032DE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010</a:t>
            </a:r>
          </a:p>
        </p:txBody>
      </p:sp>
    </p:spTree>
    <p:extLst>
      <p:ext uri="{BB962C8B-B14F-4D97-AF65-F5344CB8AC3E}">
        <p14:creationId xmlns:p14="http://schemas.microsoft.com/office/powerpoint/2010/main" val="6113886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C9AF8-9BAC-4145-829E-89C5AFA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4796E-7526-40C5-B57D-F05F522B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一、經營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135CA-05B7-48DE-8B84-F25F5B82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43A52-C218-40A7-88FB-AB2CE766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5A5D0-4663-4385-A13F-B7E8A10C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定位:找出你的專長主題與客群(如感情、事業、親子),做出口碑。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信譽:準度靠回驗累積、口碑靠真心待人;line/線上諮詢與實體並行。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收費:明碼標價、對得起專業,不靠恐嚇加價。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B1B91-1326-4D89-9579-7693E530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011</a:t>
            </a:r>
          </a:p>
        </p:txBody>
      </p:sp>
    </p:spTree>
    <p:extLst>
      <p:ext uri="{BB962C8B-B14F-4D97-AF65-F5344CB8AC3E}">
        <p14:creationId xmlns:p14="http://schemas.microsoft.com/office/powerpoint/2010/main" val="16526718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66ED5-B562-4554-9D25-BDC14401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86394-3F04-4809-8625-15BDFA9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二、終身精進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0F5B-A9C1-4575-952B-630D5DC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C432B-6886-4CFF-9479-E4769BBC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933C8-3A78-4A45-8DFA-580A5AD9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讀原典:反覆研讀《紫微斗數全書》《全集》,回到源頭。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多派互參:三合、飛星、各家之長兼收,不門戶自限。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案例回驗:每一次論斷都記錄——說中要記、說錯更要記,建立自己的驗證系統。這是唯一真正進步之路。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「未學算命,先學做人。」二十堂走到這裡,技術只是工具,你這個人的品格與慈悲,才是客戶最終信任的根本。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8257A-168F-457E-85FF-A726280F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012</a:t>
            </a:r>
          </a:p>
        </p:txBody>
      </p:sp>
    </p:spTree>
    <p:extLst>
      <p:ext uri="{BB962C8B-B14F-4D97-AF65-F5344CB8AC3E}">
        <p14:creationId xmlns:p14="http://schemas.microsoft.com/office/powerpoint/2010/main" val="227372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2D0B3-151B-4E20-8689-C7EF8933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EE66B-338A-4E01-A2BC-CF845DB2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陸、結業考核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5FF4B-49C1-469B-BEDB-680630BD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00041-74AD-4B7D-833D-04F7CFBE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D5F69-709A-40B0-8C37-4643BBAB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通過以下考核,即具備獨立接案能力,頒發結業認證: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1477-3120-4A84-86B1-0F423D0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013</a:t>
            </a:r>
          </a:p>
        </p:txBody>
      </p:sp>
    </p:spTree>
    <p:extLst>
      <p:ext uri="{BB962C8B-B14F-4D97-AF65-F5344CB8AC3E}">
        <p14:creationId xmlns:p14="http://schemas.microsoft.com/office/powerpoint/2010/main" val="6527824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49A45-433F-4E44-9C68-1F2BD8C8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8DA7D-17DF-4089-8D39-B8C6B124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陸、結業考核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2D1FD-077A-421D-846F-32EC6B33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考核項目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通過標準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排盤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現場手工排一張陌生盤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命身、五行局、十四主星、四化正確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靜態論斷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定格局、論十二宮、抓強旺破敗宮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八步SOP完整、格局成破判斷正確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動態論斷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飛星串連因果、論一主題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能體用合參、串成有因果的判語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運限應期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推大限流年、抓一件事的應期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三盤合參、應期方向正確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模擬諮詢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45分鐘完整諮詢(含敏感議題)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流程完整、翻成人話、守四不、有溫度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55208-9B0B-491C-BCD7-76DD1F5D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014</a:t>
            </a:r>
          </a:p>
        </p:txBody>
      </p:sp>
    </p:spTree>
    <p:extLst>
      <p:ext uri="{BB962C8B-B14F-4D97-AF65-F5344CB8AC3E}">
        <p14:creationId xmlns:p14="http://schemas.microsoft.com/office/powerpoint/2010/main" val="15363348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C4451-14CE-4F5B-BD5C-2FC2AF4C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134EF-1CC9-4B9C-B3F3-52F07D90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陸、結業考核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6E644-BBD0-466F-A7AA-D30AB4C9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結業標準總覽 能獨立排盤 → 定格局 → 論十二宮 → 飛星串連 → 推運限流年 → 完成一場有溫度、守倫理的完整諮詢。六項俱備,即為合格命理師。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F5D3D-6728-4C9E-917E-E90608E6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015</a:t>
            </a:r>
          </a:p>
        </p:txBody>
      </p:sp>
    </p:spTree>
    <p:extLst>
      <p:ext uri="{BB962C8B-B14F-4D97-AF65-F5344CB8AC3E}">
        <p14:creationId xmlns:p14="http://schemas.microsoft.com/office/powerpoint/2010/main" val="14451403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9187D-5489-497A-8942-F052210D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8A4E1-98FD-4E27-80E4-CBB92BD7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柒、結語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833EA-562B-4E63-A07C-A8D97376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76DA8-73D3-429E-895B-A47E56D4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E3783-ADA0-4245-BA36-9EC304BD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十堂課,從一張空白命盤,到能為人趨吉避凶——你已走完一位命理師的養成之路。但真正的學習,現在才開始:每一張盤、每一位客戶,都是你的老師。願你守住「論命三不」與「執業四不」,以技術服人、以心術待人,成為那個「讓人離開時更有力量、更有方向」的命理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3CE98-C1A1-4A4F-AFE2-0E9FF1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016</a:t>
            </a:r>
          </a:p>
        </p:txBody>
      </p:sp>
    </p:spTree>
    <p:extLst>
      <p:ext uri="{BB962C8B-B14F-4D97-AF65-F5344CB8AC3E}">
        <p14:creationId xmlns:p14="http://schemas.microsoft.com/office/powerpoint/2010/main" val="18710463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9351B-9182-49D8-BE97-9842F59B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3CE4-14DA-4E9E-ADAA-72E28292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柒、結語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BDF93-065E-4900-8EA8-9ED2F8E9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贈言 技術決定下限,心術決定上限;未學算命,先學做人。 —— 紫微斗數 · 命理師養成課程 結業 ——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6CDBB-D6AC-4F7A-B32C-DCCB76CC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017</a:t>
            </a:r>
          </a:p>
        </p:txBody>
      </p:sp>
    </p:spTree>
    <p:extLst>
      <p:ext uri="{BB962C8B-B14F-4D97-AF65-F5344CB8AC3E}">
        <p14:creationId xmlns:p14="http://schemas.microsoft.com/office/powerpoint/2010/main" val="7029683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B919A-A134-461E-8F42-B45FB804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B26C1-4B84-4305-B3EB-12E1405E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綜合練習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AC66D-1FCA-441F-B565-A8EB11D7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46815-506D-4259-9431-60AB333E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52248-2888-4CE9-9942-8DF3983E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寫出一場專業諮詢的五個流程階段。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把「疾厄太陰化忌逢陀羅」翻成一句客戶聽得懂的話。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寫出「執業四不」。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客戶問「我媽媽今年身體會不會出事?」你如何回應?(守分寸)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終身精進最關鍵的一個習慣是什麼?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42ED6-F1FE-4F4E-85BC-84700A38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018</a:t>
            </a:r>
          </a:p>
        </p:txBody>
      </p:sp>
    </p:spTree>
    <p:extLst>
      <p:ext uri="{BB962C8B-B14F-4D97-AF65-F5344CB8AC3E}">
        <p14:creationId xmlns:p14="http://schemas.microsoft.com/office/powerpoint/2010/main" val="150890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F2276-D6D3-4FA1-AEA7-CD386161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C6C55-EF31-431A-8F7E-6BCFE1A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綜合練習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A4957-E86D-4F90-84E2-1351000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A5B1F-935E-450B-B5ED-144B8417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880A8-3953-4597-8478-6F71671F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A7D61-C98E-4B4B-B5B1-234884F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019</a:t>
            </a:r>
          </a:p>
        </p:txBody>
      </p:sp>
    </p:spTree>
    <p:extLst>
      <p:ext uri="{BB962C8B-B14F-4D97-AF65-F5344CB8AC3E}">
        <p14:creationId xmlns:p14="http://schemas.microsoft.com/office/powerpoint/2010/main" val="10842119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79525-4CAF-4FDA-BC47-64BE3327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C9982-A345-4C2C-85C3-7289AB4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結業作業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71F61-DE37-4CF3-AA9A-7C7B1361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6A6F9-32C3-43E1-91C2-CCD15394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59F74-2235-40CA-B74C-F70EFDAA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完成一場 45 分鐘的完整模擬諮詢,錄影後覆盤自評。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整理一份自己的「論命 SOP + 六大主題路徑 + 四不守則」隨身卡。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建立你的第一本「案例回驗簿」,持續記錄每一次論斷與驗證。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234B3-A158-41BD-B8BD-8F67D3E4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020</a:t>
            </a:r>
          </a:p>
        </p:txBody>
      </p:sp>
    </p:spTree>
    <p:extLst>
      <p:ext uri="{BB962C8B-B14F-4D97-AF65-F5344CB8AC3E}">
        <p14:creationId xmlns:p14="http://schemas.microsoft.com/office/powerpoint/2010/main" val="15734559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E4290-5F99-4300-B7BC-20EFE8B4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38596-8AE7-4F26-AD4A-EC1CD8A5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52B51-4EF8-42E6-B4A3-024793D2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C40B1-3B1E-45D2-800C-32EFA5E4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ABE5A-8012-44A2-B9C6-367F2D33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4F571-532E-4919-BAE3-55211D70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貳拾   021</a:t>
            </a:r>
          </a:p>
        </p:txBody>
      </p:sp>
    </p:spTree>
    <p:extLst>
      <p:ext uri="{BB962C8B-B14F-4D97-AF65-F5344CB8AC3E}">
        <p14:creationId xmlns:p14="http://schemas.microsoft.com/office/powerpoint/2010/main" val="1720155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2026-09-13T05:38:37.1740000Z</dcterms:created>
  <dcterms:modified xsi:type="dcterms:W3CDTF">2026-09-13T05:38:37.1740000Z</dcterms:modified>
</coreProperties>
</file>