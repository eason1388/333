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8ce649b67946f7" /><Relationship Type="http://schemas.openxmlformats.org/officeDocument/2006/relationships/extended-properties" Target="/docProps/app.xml" Id="Rdead6f489d6f4f20" /><Relationship Type="http://schemas.openxmlformats.org/officeDocument/2006/relationships/officeDocument" Target="/ppt/presentation.xml" Id="R8a45176d2f29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3469970c2b4603"/>
  </p:sldMasterIdLst>
  <p:notesMasterIdLst>
    <p:notesMasterId xmlns:r="http://schemas.openxmlformats.org/officeDocument/2006/relationships" r:id="R8ebffbaa222d4e2c"/>
  </p:notesMasterIdLst>
  <p:sldIdLst>
    <p:sldId xmlns:r="http://schemas.openxmlformats.org/officeDocument/2006/relationships" id="256" r:id="Rc3ff850abad84382"/>
    <p:sldId xmlns:r="http://schemas.openxmlformats.org/officeDocument/2006/relationships" id="257" r:id="R4422b2d2abc44489"/>
    <p:sldId xmlns:r="http://schemas.openxmlformats.org/officeDocument/2006/relationships" id="258" r:id="Rbca20107cf2f4c05"/>
    <p:sldId xmlns:r="http://schemas.openxmlformats.org/officeDocument/2006/relationships" id="259" r:id="R7a6cda5abd6641e9"/>
    <p:sldId xmlns:r="http://schemas.openxmlformats.org/officeDocument/2006/relationships" id="260" r:id="R51f792a527ec43f4"/>
    <p:sldId xmlns:r="http://schemas.openxmlformats.org/officeDocument/2006/relationships" id="261" r:id="R347574dd36744fbe"/>
    <p:sldId xmlns:r="http://schemas.openxmlformats.org/officeDocument/2006/relationships" id="262" r:id="Rb8fa35bcb4954cef"/>
    <p:sldId xmlns:r="http://schemas.openxmlformats.org/officeDocument/2006/relationships" id="263" r:id="Rdb4e9155edc04af8"/>
    <p:sldId xmlns:r="http://schemas.openxmlformats.org/officeDocument/2006/relationships" id="264" r:id="Ra08e3514dbb44dff"/>
    <p:sldId xmlns:r="http://schemas.openxmlformats.org/officeDocument/2006/relationships" id="265" r:id="R4b5cc990428348d1"/>
    <p:sldId xmlns:r="http://schemas.openxmlformats.org/officeDocument/2006/relationships" id="266" r:id="R7b4f273aecdd43b6"/>
    <p:sldId xmlns:r="http://schemas.openxmlformats.org/officeDocument/2006/relationships" id="267" r:id="Rbfb93202f0c54a65"/>
    <p:sldId xmlns:r="http://schemas.openxmlformats.org/officeDocument/2006/relationships" id="268" r:id="Rddcf5ba0a47c4227"/>
    <p:sldId xmlns:r="http://schemas.openxmlformats.org/officeDocument/2006/relationships" id="269" r:id="R148601e34a7d4c8e"/>
    <p:sldId xmlns:r="http://schemas.openxmlformats.org/officeDocument/2006/relationships" id="270" r:id="Reb805bba878c4901"/>
    <p:sldId xmlns:r="http://schemas.openxmlformats.org/officeDocument/2006/relationships" id="271" r:id="Rf802b24467864068"/>
    <p:sldId xmlns:r="http://schemas.openxmlformats.org/officeDocument/2006/relationships" id="272" r:id="Rf32a4ba6882844f1"/>
    <p:sldId xmlns:r="http://schemas.openxmlformats.org/officeDocument/2006/relationships" id="273" r:id="R22614c94c1584972"/>
    <p:sldId xmlns:r="http://schemas.openxmlformats.org/officeDocument/2006/relationships" id="274" r:id="R1f30a27ad9f14cb7"/>
    <p:sldId xmlns:r="http://schemas.openxmlformats.org/officeDocument/2006/relationships" id="275" r:id="R3b6a93b84fe1470e"/>
    <p:sldId xmlns:r="http://schemas.openxmlformats.org/officeDocument/2006/relationships" id="276" r:id="R7aea6d7b951947f3"/>
    <p:sldId xmlns:r="http://schemas.openxmlformats.org/officeDocument/2006/relationships" id="277" r:id="R64e0e72d75a84264"/>
    <p:sldId xmlns:r="http://schemas.openxmlformats.org/officeDocument/2006/relationships" id="278" r:id="R46d3c0f850064261"/>
    <p:sldId xmlns:r="http://schemas.openxmlformats.org/officeDocument/2006/relationships" id="279" r:id="R49f535101d694971"/>
    <p:sldId xmlns:r="http://schemas.openxmlformats.org/officeDocument/2006/relationships" id="280" r:id="Rbda8434309fb4730"/>
    <p:sldId xmlns:r="http://schemas.openxmlformats.org/officeDocument/2006/relationships" id="281" r:id="Rc8dae5f2515d47cf"/>
    <p:sldId xmlns:r="http://schemas.openxmlformats.org/officeDocument/2006/relationships" id="282" r:id="Rb38913a917754d74"/>
    <p:sldId xmlns:r="http://schemas.openxmlformats.org/officeDocument/2006/relationships" id="283" r:id="R5dad674f01f940c4"/>
    <p:sldId xmlns:r="http://schemas.openxmlformats.org/officeDocument/2006/relationships" id="284" r:id="R7d610ea0c8874af6"/>
    <p:sldId xmlns:r="http://schemas.openxmlformats.org/officeDocument/2006/relationships" id="285" r:id="R51b1b1ab64df4e41"/>
    <p:sldId xmlns:r="http://schemas.openxmlformats.org/officeDocument/2006/relationships" id="286" r:id="R66ea6453892344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e3bc1ced7848a6" /><Relationship Type="http://schemas.openxmlformats.org/officeDocument/2006/relationships/slideMaster" Target="/ppt/slideMasters/slideMaster1.xml" Id="R3e3469970c2b4603" /><Relationship Type="http://schemas.openxmlformats.org/officeDocument/2006/relationships/notesMaster" Target="/ppt/notesMasters/notesMaster1.xml" Id="R8ebffbaa222d4e2c" /><Relationship Type="http://schemas.openxmlformats.org/officeDocument/2006/relationships/presProps" Target="/ppt/presProps.xml" Id="R7d948678369c4103" /><Relationship Type="http://schemas.openxmlformats.org/officeDocument/2006/relationships/tableStyles" Target="/ppt/tableStyles.xml" Id="Rcb82b1df61d54e34" /><Relationship Type="http://schemas.openxmlformats.org/officeDocument/2006/relationships/slide" Target="/ppt/slides/slide1.xml" Id="Rc3ff850abad84382" /><Relationship Type="http://schemas.openxmlformats.org/officeDocument/2006/relationships/slide" Target="/ppt/slides/slide2.xml" Id="R4422b2d2abc44489" /><Relationship Type="http://schemas.openxmlformats.org/officeDocument/2006/relationships/slide" Target="/ppt/slides/slide3.xml" Id="Rbca20107cf2f4c05" /><Relationship Type="http://schemas.openxmlformats.org/officeDocument/2006/relationships/slide" Target="/ppt/slides/slide4.xml" Id="R7a6cda5abd6641e9" /><Relationship Type="http://schemas.openxmlformats.org/officeDocument/2006/relationships/slide" Target="/ppt/slides/slide5.xml" Id="R51f792a527ec43f4" /><Relationship Type="http://schemas.openxmlformats.org/officeDocument/2006/relationships/slide" Target="/ppt/slides/slide6.xml" Id="R347574dd36744fbe" /><Relationship Type="http://schemas.openxmlformats.org/officeDocument/2006/relationships/slide" Target="/ppt/slides/slide7.xml" Id="Rb8fa35bcb4954cef" /><Relationship Type="http://schemas.openxmlformats.org/officeDocument/2006/relationships/slide" Target="/ppt/slides/slide8.xml" Id="Rdb4e9155edc04af8" /><Relationship Type="http://schemas.openxmlformats.org/officeDocument/2006/relationships/slide" Target="/ppt/slides/slide9.xml" Id="Ra08e3514dbb44dff" /><Relationship Type="http://schemas.openxmlformats.org/officeDocument/2006/relationships/slide" Target="/ppt/slides/slide10.xml" Id="R4b5cc990428348d1" /><Relationship Type="http://schemas.openxmlformats.org/officeDocument/2006/relationships/slide" Target="/ppt/slides/slide11.xml" Id="R7b4f273aecdd43b6" /><Relationship Type="http://schemas.openxmlformats.org/officeDocument/2006/relationships/slide" Target="/ppt/slides/slide12.xml" Id="Rbfb93202f0c54a65" /><Relationship Type="http://schemas.openxmlformats.org/officeDocument/2006/relationships/slide" Target="/ppt/slides/slide13.xml" Id="Rddcf5ba0a47c4227" /><Relationship Type="http://schemas.openxmlformats.org/officeDocument/2006/relationships/slide" Target="/ppt/slides/slide14.xml" Id="R148601e34a7d4c8e" /><Relationship Type="http://schemas.openxmlformats.org/officeDocument/2006/relationships/slide" Target="/ppt/slides/slide15.xml" Id="Reb805bba878c4901" /><Relationship Type="http://schemas.openxmlformats.org/officeDocument/2006/relationships/slide" Target="/ppt/slides/slide16.xml" Id="Rf802b24467864068" /><Relationship Type="http://schemas.openxmlformats.org/officeDocument/2006/relationships/slide" Target="/ppt/slides/slide17.xml" Id="Rf32a4ba6882844f1" /><Relationship Type="http://schemas.openxmlformats.org/officeDocument/2006/relationships/slide" Target="/ppt/slides/slide18.xml" Id="R22614c94c1584972" /><Relationship Type="http://schemas.openxmlformats.org/officeDocument/2006/relationships/slide" Target="/ppt/slides/slide19.xml" Id="R1f30a27ad9f14cb7" /><Relationship Type="http://schemas.openxmlformats.org/officeDocument/2006/relationships/slide" Target="/ppt/slides/slide20.xml" Id="R3b6a93b84fe1470e" /><Relationship Type="http://schemas.openxmlformats.org/officeDocument/2006/relationships/slide" Target="/ppt/slides/slide21.xml" Id="R7aea6d7b951947f3" /><Relationship Type="http://schemas.openxmlformats.org/officeDocument/2006/relationships/slide" Target="/ppt/slides/slide22.xml" Id="R64e0e72d75a84264" /><Relationship Type="http://schemas.openxmlformats.org/officeDocument/2006/relationships/slide" Target="/ppt/slides/slide23.xml" Id="R46d3c0f850064261" /><Relationship Type="http://schemas.openxmlformats.org/officeDocument/2006/relationships/slide" Target="/ppt/slides/slide24.xml" Id="R49f535101d694971" /><Relationship Type="http://schemas.openxmlformats.org/officeDocument/2006/relationships/slide" Target="/ppt/slides/slide25.xml" Id="Rbda8434309fb4730" /><Relationship Type="http://schemas.openxmlformats.org/officeDocument/2006/relationships/slide" Target="/ppt/slides/slide26.xml" Id="Rc8dae5f2515d47cf" /><Relationship Type="http://schemas.openxmlformats.org/officeDocument/2006/relationships/slide" Target="/ppt/slides/slide27.xml" Id="Rb38913a917754d74" /><Relationship Type="http://schemas.openxmlformats.org/officeDocument/2006/relationships/slide" Target="/ppt/slides/slide28.xml" Id="R5dad674f01f940c4" /><Relationship Type="http://schemas.openxmlformats.org/officeDocument/2006/relationships/slide" Target="/ppt/slides/slide29.xml" Id="R7d610ea0c8874af6" /><Relationship Type="http://schemas.openxmlformats.org/officeDocument/2006/relationships/slide" Target="/ppt/slides/slide30.xml" Id="R51b1b1ab64df4e41" /><Relationship Type="http://schemas.openxmlformats.org/officeDocument/2006/relationships/slide" Target="/ppt/slides/slide31.xml" Id="R66ea6453892344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a3f983bbbe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735e1d803d44ae" /><Relationship Type="http://schemas.openxmlformats.org/officeDocument/2006/relationships/notesMaster" Target="/ppt/notesMasters/notesMaster1.xml" Id="R2c3f1ac0738c47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7bfe27d95d42d4" /><Relationship Type="http://schemas.openxmlformats.org/officeDocument/2006/relationships/notesMaster" Target="/ppt/notesMasters/notesMaster1.xml" Id="R7dd4bf654afa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7672f167534b30" /><Relationship Type="http://schemas.openxmlformats.org/officeDocument/2006/relationships/notesMaster" Target="/ppt/notesMasters/notesMaster1.xml" Id="R27b0b6429de041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443002ec724fa3" /><Relationship Type="http://schemas.openxmlformats.org/officeDocument/2006/relationships/notesMaster" Target="/ppt/notesMasters/notesMaster1.xml" Id="Ra92e399787b645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df6f39b21474f" /><Relationship Type="http://schemas.openxmlformats.org/officeDocument/2006/relationships/notesMaster" Target="/ppt/notesMasters/notesMaster1.xml" Id="R601aed6dfc4941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50fec01479405f" /><Relationship Type="http://schemas.openxmlformats.org/officeDocument/2006/relationships/notesMaster" Target="/ppt/notesMasters/notesMaster1.xml" Id="R1f20656544e748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4fa3435f74709" /><Relationship Type="http://schemas.openxmlformats.org/officeDocument/2006/relationships/notesMaster" Target="/ppt/notesMasters/notesMaster1.xml" Id="R0fca8a21a07e49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7a2807e0a24620" /><Relationship Type="http://schemas.openxmlformats.org/officeDocument/2006/relationships/notesMaster" Target="/ppt/notesMasters/notesMaster1.xml" Id="Re9dba60f064c47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e80a4f3a8342cd" /><Relationship Type="http://schemas.openxmlformats.org/officeDocument/2006/relationships/notesMaster" Target="/ppt/notesMasters/notesMaster1.xml" Id="Re3f7c1ad56bf4a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7dc4aa9a7f4e19" /><Relationship Type="http://schemas.openxmlformats.org/officeDocument/2006/relationships/notesMaster" Target="/ppt/notesMasters/notesMaster1.xml" Id="Re867fd4b9d964a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e0886768fd4196" /><Relationship Type="http://schemas.openxmlformats.org/officeDocument/2006/relationships/notesMaster" Target="/ppt/notesMasters/notesMaster1.xml" Id="R50e0dde1aeb245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27bb618b4b4b6b" /><Relationship Type="http://schemas.openxmlformats.org/officeDocument/2006/relationships/notesMaster" Target="/ppt/notesMasters/notesMaster1.xml" Id="R98e88d489a3d40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8036818bf9426c" /><Relationship Type="http://schemas.openxmlformats.org/officeDocument/2006/relationships/notesMaster" Target="/ppt/notesMasters/notesMaster1.xml" Id="Rdc872b8567344d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8d7ce847ec499d" /><Relationship Type="http://schemas.openxmlformats.org/officeDocument/2006/relationships/notesMaster" Target="/ppt/notesMasters/notesMaster1.xml" Id="R7acea8c1a71e4b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d0ccdfee00401a" /><Relationship Type="http://schemas.openxmlformats.org/officeDocument/2006/relationships/notesMaster" Target="/ppt/notesMasters/notesMaster1.xml" Id="Rf75cad1c598d4e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eb55669b71427b" /><Relationship Type="http://schemas.openxmlformats.org/officeDocument/2006/relationships/notesMaster" Target="/ppt/notesMasters/notesMaster1.xml" Id="R431ffd9405334d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3586f68f484500" /><Relationship Type="http://schemas.openxmlformats.org/officeDocument/2006/relationships/notesMaster" Target="/ppt/notesMasters/notesMaster1.xml" Id="Rc0f1b117863b46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7f5c8acf984dcf" /><Relationship Type="http://schemas.openxmlformats.org/officeDocument/2006/relationships/notesMaster" Target="/ppt/notesMasters/notesMaster1.xml" Id="R83c7c5eb955642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1a300559da4886" /><Relationship Type="http://schemas.openxmlformats.org/officeDocument/2006/relationships/notesMaster" Target="/ppt/notesMasters/notesMaster1.xml" Id="Ra8997826126445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46f0d6b6c34ed5" /><Relationship Type="http://schemas.openxmlformats.org/officeDocument/2006/relationships/notesMaster" Target="/ppt/notesMasters/notesMaster1.xml" Id="Rbf19bded8b5643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5ebb637a89427f" /><Relationship Type="http://schemas.openxmlformats.org/officeDocument/2006/relationships/notesMaster" Target="/ppt/notesMasters/notesMaster1.xml" Id="R39747509793f42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89d8d905664022" /><Relationship Type="http://schemas.openxmlformats.org/officeDocument/2006/relationships/notesMaster" Target="/ppt/notesMasters/notesMaster1.xml" Id="R4e897c9d96ad4d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fbb13a60d545b5" /><Relationship Type="http://schemas.openxmlformats.org/officeDocument/2006/relationships/notesMaster" Target="/ppt/notesMasters/notesMaster1.xml" Id="R990bb7f4b45d43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b45edd1be74782" /><Relationship Type="http://schemas.openxmlformats.org/officeDocument/2006/relationships/notesMaster" Target="/ppt/notesMasters/notesMaster1.xml" Id="Rf1d225c8292543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25372c385642ee" /><Relationship Type="http://schemas.openxmlformats.org/officeDocument/2006/relationships/notesMaster" Target="/ppt/notesMasters/notesMaster1.xml" Id="R5edb72d0f4234d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b523230fea4016" /><Relationship Type="http://schemas.openxmlformats.org/officeDocument/2006/relationships/notesMaster" Target="/ppt/notesMasters/notesMaster1.xml" Id="R88b5ca6efe2f49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6cef9353904ccb" /><Relationship Type="http://schemas.openxmlformats.org/officeDocument/2006/relationships/notesMaster" Target="/ppt/notesMasters/notesMaster1.xml" Id="R8661e99cdc5c4d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1f47a2e88104439" /><Relationship Type="http://schemas.openxmlformats.org/officeDocument/2006/relationships/notesMaster" Target="/ppt/notesMasters/notesMaster1.xml" Id="R536263f5fdbd4d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836942bf1ea462d" /><Relationship Type="http://schemas.openxmlformats.org/officeDocument/2006/relationships/notesMaster" Target="/ppt/notesMasters/notesMaster1.xml" Id="Rb940f70a92c741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1bc9dada53e4e76" /><Relationship Type="http://schemas.openxmlformats.org/officeDocument/2006/relationships/notesMaster" Target="/ppt/notesMasters/notesMaster1.xml" Id="R8d19db1a367b49f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62339eb850e45ee" /><Relationship Type="http://schemas.openxmlformats.org/officeDocument/2006/relationships/notesMaster" Target="/ppt/notesMasters/notesMaster1.xml" Id="R00a57e3b0746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C:\Users\eason1288\Documents\上課資料夾\紫微斗數課程\紫微斗數_第7堂_學生講義.docx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9ae6926324b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0a964a17245f0" /><Relationship Type="http://schemas.openxmlformats.org/officeDocument/2006/relationships/slideLayout" Target="/ppt/slideLayouts/slideLayout1.xml" Id="R6759c4822604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9c4822604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1b04fcbfb415c" /><Relationship Type="http://schemas.openxmlformats.org/officeDocument/2006/relationships/notesSlide" Target="/ppt/notesSlides/notesSlide1.xml" Id="R386e516fcd2841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2b02077f446b7" /><Relationship Type="http://schemas.openxmlformats.org/officeDocument/2006/relationships/notesSlide" Target="/ppt/notesSlides/notesSlide2.xml" Id="Rf98f0cf80fea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0ad2cda841ff" /><Relationship Type="http://schemas.openxmlformats.org/officeDocument/2006/relationships/notesSlide" Target="/ppt/notesSlides/notesSlide3.xml" Id="Ra1c26ac00d6649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cca4d69db43d9" /><Relationship Type="http://schemas.openxmlformats.org/officeDocument/2006/relationships/notesSlide" Target="/ppt/notesSlides/notesSlide4.xml" Id="R48b4d7252c1143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d474510a1480c" /><Relationship Type="http://schemas.openxmlformats.org/officeDocument/2006/relationships/notesSlide" Target="/ppt/notesSlides/notesSlide5.xml" Id="R167b4ec139c54d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5877366b7486a" /><Relationship Type="http://schemas.openxmlformats.org/officeDocument/2006/relationships/notesSlide" Target="/ppt/notesSlides/notesSlide6.xml" Id="R9708ce287fca49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ab45510034a38" /><Relationship Type="http://schemas.openxmlformats.org/officeDocument/2006/relationships/notesSlide" Target="/ppt/notesSlides/notesSlide7.xml" Id="R1b3817b3d7c245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c8fa91e54406a" /><Relationship Type="http://schemas.openxmlformats.org/officeDocument/2006/relationships/notesSlide" Target="/ppt/notesSlides/notesSlide8.xml" Id="R185a9a6aefd748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4834efaf8430d" /><Relationship Type="http://schemas.openxmlformats.org/officeDocument/2006/relationships/notesSlide" Target="/ppt/notesSlides/notesSlide9.xml" Id="Raf98b589d24645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48ed2e3fa4b18" /><Relationship Type="http://schemas.openxmlformats.org/officeDocument/2006/relationships/notesSlide" Target="/ppt/notesSlides/notesSlide10.xml" Id="Rf240a6643b65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e63f23a904e15" /><Relationship Type="http://schemas.openxmlformats.org/officeDocument/2006/relationships/notesSlide" Target="/ppt/notesSlides/notesSlide11.xml" Id="Rf2dd58e88ee440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278f8c1d484d" /><Relationship Type="http://schemas.openxmlformats.org/officeDocument/2006/relationships/notesSlide" Target="/ppt/notesSlides/notesSlide12.xml" Id="Ra1b6a7b85d6648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ffdf0edd3474d" /><Relationship Type="http://schemas.openxmlformats.org/officeDocument/2006/relationships/notesSlide" Target="/ppt/notesSlides/notesSlide13.xml" Id="Rf7b59f58f8174e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a5ec87d7643e1" /><Relationship Type="http://schemas.openxmlformats.org/officeDocument/2006/relationships/notesSlide" Target="/ppt/notesSlides/notesSlide14.xml" Id="Re565844035634d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33cc5a1644e3f" /><Relationship Type="http://schemas.openxmlformats.org/officeDocument/2006/relationships/notesSlide" Target="/ppt/notesSlides/notesSlide15.xml" Id="R1e62ebd7d5a44e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c0911a7b640d4" /><Relationship Type="http://schemas.openxmlformats.org/officeDocument/2006/relationships/notesSlide" Target="/ppt/notesSlides/notesSlide16.xml" Id="Re3f7134f432341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ab71defe84906" /><Relationship Type="http://schemas.openxmlformats.org/officeDocument/2006/relationships/notesSlide" Target="/ppt/notesSlides/notesSlide17.xml" Id="Rdd6ba45102ff44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0dc2fde10426d" /><Relationship Type="http://schemas.openxmlformats.org/officeDocument/2006/relationships/notesSlide" Target="/ppt/notesSlides/notesSlide18.xml" Id="R0d33de9f83de44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185c75ae44606" /><Relationship Type="http://schemas.openxmlformats.org/officeDocument/2006/relationships/notesSlide" Target="/ppt/notesSlides/notesSlide19.xml" Id="Re7cb804c92094e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5047910a44c90" /><Relationship Type="http://schemas.openxmlformats.org/officeDocument/2006/relationships/notesSlide" Target="/ppt/notesSlides/notesSlide20.xml" Id="Ra824d841753149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2ce7de7914d95" /><Relationship Type="http://schemas.openxmlformats.org/officeDocument/2006/relationships/notesSlide" Target="/ppt/notesSlides/notesSlide21.xml" Id="R0f8a005ff4e141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3509c2acc4984" /><Relationship Type="http://schemas.openxmlformats.org/officeDocument/2006/relationships/notesSlide" Target="/ppt/notesSlides/notesSlide22.xml" Id="Rff4894b2b3fb48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d9d03a54c4fb5" /><Relationship Type="http://schemas.openxmlformats.org/officeDocument/2006/relationships/notesSlide" Target="/ppt/notesSlides/notesSlide23.xml" Id="R4d15f15e5d384e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000698ee84d8f" /><Relationship Type="http://schemas.openxmlformats.org/officeDocument/2006/relationships/notesSlide" Target="/ppt/notesSlides/notesSlide24.xml" Id="R19f48416bb26417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c6e0a89bc41d2" /><Relationship Type="http://schemas.openxmlformats.org/officeDocument/2006/relationships/notesSlide" Target="/ppt/notesSlides/notesSlide25.xml" Id="Rc639542add0f43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964cf9deb4418" /><Relationship Type="http://schemas.openxmlformats.org/officeDocument/2006/relationships/notesSlide" Target="/ppt/notesSlides/notesSlide26.xml" Id="R01797912f17146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97989d3d047a4" /><Relationship Type="http://schemas.openxmlformats.org/officeDocument/2006/relationships/notesSlide" Target="/ppt/notesSlides/notesSlide27.xml" Id="Rf4abba9d5d4448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0e55b8aff47bc" /><Relationship Type="http://schemas.openxmlformats.org/officeDocument/2006/relationships/notesSlide" Target="/ppt/notesSlides/notesSlide28.xml" Id="R830763475f8d421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28a4c4f7f4db8" /><Relationship Type="http://schemas.openxmlformats.org/officeDocument/2006/relationships/notesSlide" Target="/ppt/notesSlides/notesSlide29.xml" Id="Ref49422f5dd647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0d30f8ce242e1" /><Relationship Type="http://schemas.openxmlformats.org/officeDocument/2006/relationships/notesSlide" Target="/ppt/notesSlides/notesSlide30.xml" Id="Ra0038a5104b844d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b6da883f740a1" /><Relationship Type="http://schemas.openxmlformats.org/officeDocument/2006/relationships/notesSlide" Target="/ppt/notesSlides/notesSlide31.xml" Id="R4f26512e348a44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8CEF6-191F-4600-BD05-A9CD2D6C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0F004-A893-423A-B20B-96DF811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F2796-F5A4-4982-B3A7-F1DA50E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9EE4A-C6E4-42DE-B824-28062F70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四化星原理 · 生年四化與雜曜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D905A-D82D-42CD-8AF4-0D968F01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第7堂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41D36-9B20-4129-8F06-BAB07CB5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壹、四化總論:斗數的靈魂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前六堂認識的星曜與吉煞,都是「靜態」的——它們說明一個人「有什麼特質」。但人生是動的:同一顆星,有時發光發熱、有時黯淡受困,靠的就是「四化」。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CB300-1622-4CFE-824A-64A3CD36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259382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328D6-EA94-4F77-8880-9CBF1D0F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964F6-4C97-4C7E-8CA4-5904FFBD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ECFC9-B36E-475E-9905-550F39A3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徹底理解化祿、化權、化科、化忌四種能量的正反象義。 2. 背熟十天干四化表,能即查即用。 3. 掌握生年四化的用法:生年祿為福緣、生年忌為此生功課。 4. 認識祿忌成雙、祿逢沖破等四化互動法則。 5. 熟記祿存、天馬、桃花群、貴人群等重要雜曜的取用。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4A1E3-D969-47A3-9753-09E3C2E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002</a:t>
            </a:r>
          </a:p>
        </p:txBody>
      </p:sp>
    </p:spTree>
    <p:extLst>
      <p:ext uri="{BB962C8B-B14F-4D97-AF65-F5344CB8AC3E}">
        <p14:creationId xmlns:p14="http://schemas.microsoft.com/office/powerpoint/2010/main" val="1447525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940D-5E9F-4B9A-AC00-B68F3DC1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2D7AD-086F-44CF-8C28-56D82EE7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壹、四化總論:斗數的靈魂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3EB12-C446-4F82-981F-3095ECCB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EC445-A837-47F7-82AE-F4B7887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CD485-2C5C-497D-970A-3E1A8CF6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前六堂認識的星曜與吉煞,都是「靜態」的——它們說明一個人「有什麼特質」。但人生是動的:同一顆星,有時發光發熱、有時黯淡受困,靠的就是「四化」。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四化,是依「天干」使某些主星產生四種變化——化祿、化權、化科、化忌。它像替星曜通上電,讓靜態的盤產生因果、動力與吉凶。斗數之所以能細論流年、能追因果,全繫於四化。可以說:不懂四化,就不懂斗數。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41AE1-6DDD-49D5-B4AC-9C75845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003</a:t>
            </a:r>
          </a:p>
        </p:txBody>
      </p:sp>
    </p:spTree>
    <p:extLst>
      <p:ext uri="{BB962C8B-B14F-4D97-AF65-F5344CB8AC3E}">
        <p14:creationId xmlns:p14="http://schemas.microsoft.com/office/powerpoint/2010/main" val="195602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7DFC9-3110-4A1E-A69F-4219695E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CDCDB-0CDC-4BB3-AD2C-8644AD7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壹、四化總論:斗數的靈魂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34E87-C89C-4FD6-9219-C9E128B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四化一句話 化祿=緣起、財源、順遂、人和(給); 化權=權力、能力、掌控、強勢(掌); 化科=名聲、文書、貴人、緩和(名); 化忌=執著、虧欠、糾纏、收藏(收)。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1AFDD-893A-4E5A-A1C7-67D7619B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004</a:t>
            </a:r>
          </a:p>
        </p:txBody>
      </p:sp>
    </p:spTree>
    <p:extLst>
      <p:ext uri="{BB962C8B-B14F-4D97-AF65-F5344CB8AC3E}">
        <p14:creationId xmlns:p14="http://schemas.microsoft.com/office/powerpoint/2010/main" val="702303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CE11F-DEA6-4A2B-995F-91CE1D51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E02B4-DB13-4D79-8987-062EB6F7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一、化祿 —— 緣與財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8EDD0-8767-4431-8957-4F7114C9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8DD03-00E7-4A0D-81C9-5E3C06F0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E7F00-BF8E-42C9-AB93-7F74D91E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要義 主緣起、財源、順遂、人緣、開始。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化祿是四化中最受歡迎的一顆,象徵好的開始、財路、人緣與順遂。星曜化祿,代表在那個領域「有緣、有得、來得順」。落於財宮主財源,落於官宮主事業順遂,落於夫妻主感情有緣,落於命主一生人和財順。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但化祿也非全然是福:祿主「多」,過則氾濫;祿也怕沖破——對宮有化忌來沖,謂之「祿逢沖破」,福反成災、得而復失。祿要能「守」,才是真福。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1D695-559F-4558-A784-0BE84E93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005</a:t>
            </a:r>
          </a:p>
        </p:txBody>
      </p:sp>
    </p:spTree>
    <p:extLst>
      <p:ext uri="{BB962C8B-B14F-4D97-AF65-F5344CB8AC3E}">
        <p14:creationId xmlns:p14="http://schemas.microsoft.com/office/powerpoint/2010/main" val="1526067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9B1DB-55B1-4013-BE2E-EA385BF5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9E48B-8694-4A3D-834F-4B844543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一、化祿 —— 緣與財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5FB3E-54D3-4EE2-A679-9628E5E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 · 反 · 落宮 正:財源、人緣、順遂、有緣得利。 反:過則氾濫貪多;祿逢沖破反主得而復失。 落宮:入命人和、入財得財、入官事順、入夫妻有情緣。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F7942-BA29-4FD0-8166-3ABA6C69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006</a:t>
            </a:r>
          </a:p>
        </p:txBody>
      </p:sp>
    </p:spTree>
    <p:extLst>
      <p:ext uri="{BB962C8B-B14F-4D97-AF65-F5344CB8AC3E}">
        <p14:creationId xmlns:p14="http://schemas.microsoft.com/office/powerpoint/2010/main" val="166431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41FE1-1316-4963-8A1E-7A656F6F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4D679-99E1-43F7-BD37-C4FBE9DB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二、化權 —— 權與能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603F4-CE11-48A4-A5B2-755E71DD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DB5D3-3CC6-46B2-9898-6C16041A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134F3-7C49-4D4B-8E71-88A931FC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要義 主權力、能力、掌控、成長、強勢。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化權象徵權柄、能力、企圖與掌控慾。星曜化權,代表在那個領域「能作主、有實力、想掌握」。落於官宮主升遷掌權,落於命主自我要求高、能獨當一面,落於財主善理財、能生大財。化權是把「潛力」變成「實力」的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化權過度則流於霸道、固執、控制慾強,人際易生摩擦;化權逢煞則爭強好勝而招衝突。權貴在「有能且能容」,方為真權。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409EE-16FD-46E4-8773-C5D8F436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007</a:t>
            </a:r>
          </a:p>
        </p:txBody>
      </p:sp>
    </p:spTree>
    <p:extLst>
      <p:ext uri="{BB962C8B-B14F-4D97-AF65-F5344CB8AC3E}">
        <p14:creationId xmlns:p14="http://schemas.microsoft.com/office/powerpoint/2010/main" val="1668008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E675F-7E1A-4AD1-8419-BADAFA0E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C245D-ADCD-4BC4-8E1D-16D944A2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二、化權 —— 權與能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FA7E3-C7A8-4B1F-91AC-3EE36E36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 · 反 · 落宮 正:掌權、能力、企圖、獨當一面。 反:過則霸道固執、控制慾強、易生衝突。 落宮:入官掌權升遷、入命能幹強勢、入財理財生大財。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A7F70-1698-4726-86AD-DE587BE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008</a:t>
            </a:r>
          </a:p>
        </p:txBody>
      </p:sp>
    </p:spTree>
    <p:extLst>
      <p:ext uri="{BB962C8B-B14F-4D97-AF65-F5344CB8AC3E}">
        <p14:creationId xmlns:p14="http://schemas.microsoft.com/office/powerpoint/2010/main" val="1483606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641D8-868A-45CF-B0FC-0DFF86A6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B2FC4-5FC1-45EA-A21E-B6858CDA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三、化科 —— 名與貴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108A5-FC61-4A84-A359-90736DC8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EB018-3728-4527-88FD-21999BB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B6C1C-D352-472F-BE57-02B4FF1C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要義 主名聲、文書、貴人、科名、緩和。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化科象徵名聲、文書、學術、貴人與「緩和」之力。星曜化科,代表在那個領域「有名、有貴人、有條理」。落於官主名聲功名,落於命主氣質風度、聲名在外,落於父母主文書順利、考試有成。化科也是「解厄」之星——逢難時化科能減凶、逢貴人化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化科主「名大於利」,重面子與聲譽;過則好名虛華、重表面。科是四化中最溫和的一顆,錦上添花有餘,雪中送炭稍緩。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5FE81-1754-46D5-8BC6-837B8332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009</a:t>
            </a:r>
          </a:p>
        </p:txBody>
      </p:sp>
    </p:spTree>
    <p:extLst>
      <p:ext uri="{BB962C8B-B14F-4D97-AF65-F5344CB8AC3E}">
        <p14:creationId xmlns:p14="http://schemas.microsoft.com/office/powerpoint/2010/main" val="1298104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54C57-D5A2-4D72-95AE-A8FAD55F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140EF-E9A1-43B4-82DA-B0C8A404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三、化科 —— 名與貴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DCC59-2CFC-40BA-BEFE-11E4ADC7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 · 反 · 落宮 正:名聲、文書、貴人、科名、逢凶減災。 反:過則好名虛華、重表面聲勢。 落宮:入官得名、入命有氣質聲譽、入父母利文書考試。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FE59E-DD97-4DED-901B-D3B6707E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010</a:t>
            </a:r>
          </a:p>
        </p:txBody>
      </p:sp>
    </p:spTree>
    <p:extLst>
      <p:ext uri="{BB962C8B-B14F-4D97-AF65-F5344CB8AC3E}">
        <p14:creationId xmlns:p14="http://schemas.microsoft.com/office/powerpoint/2010/main" val="13435157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F1D8A-7CBC-4D5D-B80C-473C50E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03F42-2EC7-4B5C-BDCA-656D380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四、化忌 —— 執與礙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F8C69-7C85-432B-B92A-DA1D7C00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82B70-6A75-419E-B26F-7A07116C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54B0C-4AE3-4F7B-9BB8-09ABF3E8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要義 主執著、虧欠、糾纏、收藏、變動。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化忌是四化中最被誤解的一顆。它不是單純的「凶」,而是「在意、投入、放不下、收藏」之處。星曜化忌,代表你在那個領域最執著、最想抓住、也最容易受傷或虧欠。落於財主為錢操心、落於夫妻主在意配偶也易生糾纏、落於命主一生有個放不下的功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生年忌所在之宮,就是此生的「功課」——你最在意、最花心力、也最需要修的地方。化忌會「沖」對宮:忌落某宮,對宮之事亦受牽動。忌也主「變動與收藏」,並非事事凶,要看落宮與是否得解。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294D9-0D35-4DB9-B80E-070931F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011</a:t>
            </a:r>
          </a:p>
        </p:txBody>
      </p:sp>
    </p:spTree>
    <p:extLst>
      <p:ext uri="{BB962C8B-B14F-4D97-AF65-F5344CB8AC3E}">
        <p14:creationId xmlns:p14="http://schemas.microsoft.com/office/powerpoint/2010/main" val="7063194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028FF-9338-4014-B489-DB12F6F7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4F2D7-8A5C-4498-867A-DCAE5DB0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四、化忌 —— 執與礙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50A3C-8735-45D1-B5CE-0D509E8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 · 反 · 落宮 正:專注、投入、深情、收藏、責任心。 反:執著糾纏、虧欠受傷、沖破對宮。 落宮:生年忌所在=此生功課;入財為錢煩、入夫妻情牽。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34A89-40EC-4BDF-9393-7DF0B843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012</a:t>
            </a:r>
          </a:p>
        </p:txBody>
      </p:sp>
    </p:spTree>
    <p:extLst>
      <p:ext uri="{BB962C8B-B14F-4D97-AF65-F5344CB8AC3E}">
        <p14:creationId xmlns:p14="http://schemas.microsoft.com/office/powerpoint/2010/main" val="10965379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8F0FB-875E-4452-B66B-D895E1E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B5D27-30EE-453D-B58A-EE16564F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參、十天干四化速查表（必背）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12FF6-2CB4-4E49-BA1A-7EFCA41C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92695-26C0-4EE2-9D32-6641B2B4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A5EC6-1CC8-460F-B6DE-0EAE7F08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依「生年天干」查此人的生年四化;日後飛星,則依各宮「宮干」查該宮飛出的四化。此表是全課最核心的一張,務必背到不假思索。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843B5-FE96-4528-83C5-62C8BF7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013</a:t>
            </a:r>
          </a:p>
        </p:txBody>
      </p:sp>
    </p:spTree>
    <p:extLst>
      <p:ext uri="{BB962C8B-B14F-4D97-AF65-F5344CB8AC3E}">
        <p14:creationId xmlns:p14="http://schemas.microsoft.com/office/powerpoint/2010/main" val="20124214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8D5B9-E183-468A-8127-FA87E02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67947-8DE1-453A-BA3A-A4904804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參、十天干四化速查表（必背）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B5D5B-DE1F-4E49-B008-21FFD56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5510"/>
                <a:gridCol w="2175510"/>
                <a:gridCol w="2175510"/>
                <a:gridCol w="2175510"/>
                <a:gridCol w="217551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天干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化祿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化權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化科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乙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丙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戊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右弼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庚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2DC5E-015B-4DD5-8594-8DC4880E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014</a:t>
            </a:r>
          </a:p>
        </p:txBody>
      </p:sp>
    </p:spTree>
    <p:extLst>
      <p:ext uri="{BB962C8B-B14F-4D97-AF65-F5344CB8AC3E}">
        <p14:creationId xmlns:p14="http://schemas.microsoft.com/office/powerpoint/2010/main" val="710249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50661-A258-4C07-A96F-54107EE9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8DF5D-0DB6-4C1D-9625-CCF3DB6C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參、十天干四化速查表（必背）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7616-C175-48F1-82B2-73F78316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5510"/>
                <a:gridCol w="2175510"/>
                <a:gridCol w="2175510"/>
                <a:gridCol w="2175510"/>
                <a:gridCol w="2175510"/>
              </a:tblGrid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辛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文曲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壬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左輔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FA827-6192-459A-8841-05EBADD5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015</a:t>
            </a:r>
          </a:p>
        </p:txBody>
      </p:sp>
    </p:spTree>
    <p:extLst>
      <p:ext uri="{BB962C8B-B14F-4D97-AF65-F5344CB8AC3E}">
        <p14:creationId xmlns:p14="http://schemas.microsoft.com/office/powerpoint/2010/main" val="18706059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109B1-A210-4874-8DF6-F9865841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207A0-370A-4173-BAE7-F54B7D19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參、十天干四化速查表（必背）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D0A8D-B041-445C-AD62-A8A42C5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記憶口訣（擇一背熟） 甲廉破武陽、乙機梁紫陰、丙同機昌廉、丁陰同機巨、戊貪陰右機、 己武貪梁曲、庚陽武陰同、辛巨陽曲昌、壬梁紫左武、癸破巨陰貪。 （每句序:化祿、化權、化科、化忌）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4C66E-EDFC-4123-AAE1-F63F3E81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016</a:t>
            </a:r>
          </a:p>
        </p:txBody>
      </p:sp>
    </p:spTree>
    <p:extLst>
      <p:ext uri="{BB962C8B-B14F-4D97-AF65-F5344CB8AC3E}">
        <p14:creationId xmlns:p14="http://schemas.microsoft.com/office/powerpoint/2010/main" val="13608701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B0791-E091-48B5-BBD2-A8D1D28A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EC303-826E-4F66-AB96-B2597BE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參、十天干四化速查表（必背）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E663F-118D-494C-9FDE-4E6BB05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FA4EA-AEE0-41D7-89CC-74753B69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3F7C5-FCB3-4CA6-BB3A-71B3648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※ 派別提醒: 庚干四化各派略有出入(化科有太陰/天府之說、化忌有天同/太陰之爭),本課以上表為教學基準,實務可依自身驗證取捨。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99E9B-6A5F-4376-B8B6-905B095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017</a:t>
            </a:r>
          </a:p>
        </p:txBody>
      </p:sp>
    </p:spTree>
    <p:extLst>
      <p:ext uri="{BB962C8B-B14F-4D97-AF65-F5344CB8AC3E}">
        <p14:creationId xmlns:p14="http://schemas.microsoft.com/office/powerpoint/2010/main" val="1385752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4CA3F-D6AF-4966-891B-F08109AA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38313-2DB5-4306-B059-B3DDAF3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肆、生年四化的用法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C9FC1-209C-42A6-A29A-E456D8F6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2741D-6B8C-4BB2-AE11-01EED2E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32805-803E-4A31-BE99-528AD7FA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依生年天干查出的四化,標在對應主星旁,即為「生年四化」——它是一生的先天基調,終身有效: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生年祿:落宮為此生的福緣、財路與順遂之所在,是天生的助力與甜頭。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生年權:落宮為此生能掌握、能發揮實力與企圖之處。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生年科:落宮為此生名聲、貴人、文書順遂之處,也是逢難得解之方。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生年忌:落宮為此生的「功課」——最在意、最投入、也最需修的地方;並沖對宮。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6CDE5-D39E-4256-8217-D5B8D2EC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018</a:t>
            </a:r>
          </a:p>
        </p:txBody>
      </p:sp>
    </p:spTree>
    <p:extLst>
      <p:ext uri="{BB962C8B-B14F-4D97-AF65-F5344CB8AC3E}">
        <p14:creationId xmlns:p14="http://schemas.microsoft.com/office/powerpoint/2010/main" val="8915409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5738F-DF60-4491-A435-AE6B92F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A2EB8-775D-43E7-82D0-783D509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肆、生年四化的用法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68AB3-7676-411C-87E7-C7BFD955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四化互動法則 祿忌成雙:化祿與化忌若同落一宮或成對,喜中藏憂、得中有失,福需守方留。 祿逢沖破:化祿之宮被對宮化忌所沖,福反成空、得而復失。 雙祿交流:祿存與化祿會合,主財厚福重(見第九堂格局)。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DB897-9EF2-4068-815C-21DAF3FD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019</a:t>
            </a:r>
          </a:p>
        </p:txBody>
      </p:sp>
    </p:spTree>
    <p:extLst>
      <p:ext uri="{BB962C8B-B14F-4D97-AF65-F5344CB8AC3E}">
        <p14:creationId xmlns:p14="http://schemas.microsoft.com/office/powerpoint/2010/main" val="15415231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36094-A066-4A1E-96CA-83AF99BC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32CD2-63D9-4CAC-A314-A4BB2EDE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伍、重要雜曜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7E63B-B16F-444E-A39D-F131E3B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DEF4A-12AC-49BA-967D-69383450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43047-BF5D-449E-A8B1-FC35EEDC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主星、吉煞、四化之外,尚有數十顆「雜曜」補充細節。以下擇要,分群記憶: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7173C-0996-4C93-8C63-8D75801B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020</a:t>
            </a:r>
          </a:p>
        </p:txBody>
      </p:sp>
    </p:spTree>
    <p:extLst>
      <p:ext uri="{BB962C8B-B14F-4D97-AF65-F5344CB8AC3E}">
        <p14:creationId xmlns:p14="http://schemas.microsoft.com/office/powerpoint/2010/main" val="1979790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52079-AE43-439B-A68C-79EC58E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600B8-4141-4376-9708-7CF38B7D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一、財祿與動星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95847-5FC1-4DE2-B8D4-D228845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FBD76-530B-4FA1-89F9-8329D0CA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E3ED7-C846-479A-95B4-FC8F1A91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祿存:依生年干安,永被羊陀所夾。主財、主孤(獨守之財)、主保守穩重。得祿存主衣食無缺,但性較保守自守。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天馬:依生年支安,只落寅申巳亥四馬地。主動、遷徙、驛馬、奔波。與祿存或化祿同會為「祿馬交馳」,主財源流動、遠方得財、動中生財。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94F55-B11A-4044-8335-751126E3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021</a:t>
            </a:r>
          </a:p>
        </p:txBody>
      </p:sp>
    </p:spTree>
    <p:extLst>
      <p:ext uri="{BB962C8B-B14F-4D97-AF65-F5344CB8AC3E}">
        <p14:creationId xmlns:p14="http://schemas.microsoft.com/office/powerpoint/2010/main" val="10518128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6E060-587B-4B4E-AC04-9BC57482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4B705-B5E1-4884-AB76-7E2DED24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二、桃花星群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40D56-CA3F-4E82-B517-3C9CDB7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4FA36-A097-4614-BFBA-D9277784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8B371-9D72-4880-8527-DD5F716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紅鸞、天喜:主婚姻喜慶、正緣桃花。紅鸞主婚、天喜主喜(添丁、喜事);流年逢之常主婚嫁或添丁。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天姚、咸池:主感情、魅力、風流。天姚主風情際遇、咸池(桃花煞)主情慾;逢煞則主爛桃花、因色招災。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0DA56-0300-4B69-A64A-27467F09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022</a:t>
            </a:r>
          </a:p>
        </p:txBody>
      </p:sp>
    </p:spTree>
    <p:extLst>
      <p:ext uri="{BB962C8B-B14F-4D97-AF65-F5344CB8AC3E}">
        <p14:creationId xmlns:p14="http://schemas.microsoft.com/office/powerpoint/2010/main" val="5478968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4FD9D-772F-436B-AAB4-B4CC4340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28AF2-FC24-40A5-B5E2-C3F59FBC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三、貴人與科名星群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FCF3D-BCAE-413C-9FB9-E16AD23B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6B91E-C4C4-463A-8CA7-C1156A71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B526F-29AE-4ED7-BC08-AA05DBA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三台、八座:主地位、輔佐、成雙成對的助力,increases 格局氣勢。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恩光、天貴:主榮譽、獎賞、功名文書之貴。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台輔、封誥:主名位、加封、輔佐之貴,常與昌曲科名相輔。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天官、天福:天官主貴(官祿)、天福主福壽,皆為助福之曜。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龍池、鳳閣:主才藝、科甲、精緻(龍池近技藝、鳳閣近文華),女命主秀麗。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E7FFB-97E1-4132-9C34-4E043C70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023</a:t>
            </a:r>
          </a:p>
        </p:txBody>
      </p:sp>
    </p:spTree>
    <p:extLst>
      <p:ext uri="{BB962C8B-B14F-4D97-AF65-F5344CB8AC3E}">
        <p14:creationId xmlns:p14="http://schemas.microsoft.com/office/powerpoint/2010/main" val="17181091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47CDD-1DBF-46C0-B62F-FE2496F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0F2B6-C198-4A83-BF67-D3087C5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四、其他要曜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CCD44-C4E6-4502-9C45-5D962EB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41E4-AB64-4243-8CC4-DE96DA76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20DCE-60CA-4E24-B7DA-C9DEB52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天刑:主自律、法紀、刑法、孤剋,也主官非與外傷;得用近軍警、司法、醫、宗教(持戒自律)。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天巫:主升遷與繼承(遺產、升官),逢祿尤驗。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華蓋:主孤高、宗教、玄學、藝術,帶孤獨清高之氣。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孤辰、寡宿:主孤獨、刑剋六親,入六親宮主緣薄。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陰煞:主小人、暗害、陰私、疑神疑鬼之事。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DC141-583A-417D-AE93-809822C5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024</a:t>
            </a:r>
          </a:p>
        </p:txBody>
      </p:sp>
    </p:spTree>
    <p:extLst>
      <p:ext uri="{BB962C8B-B14F-4D97-AF65-F5344CB8AC3E}">
        <p14:creationId xmlns:p14="http://schemas.microsoft.com/office/powerpoint/2010/main" val="8176117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83B2F-5576-4DCC-AFDB-826C8D33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09BDE-F75E-4B61-B358-F4222F5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陸、重要雜曜速查表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CE105-D8F1-491A-B9C8-6A892C43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雜曜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取用重點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祿存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財、孤、保守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衣食之祿;被羊陀夾;會化祿為雙祿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天馬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動、驛馬、遷徙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與祿同會為祿馬交馳,動中生財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紅鸞天喜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婚喜、正緣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流年逢之主婚嫁添丁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天姚咸池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風情、情慾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逢煞主爛桃花、因色招災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三台八座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地位、輔佐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成對增格局氣勢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恩光天貴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榮譽、功名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主獎賞、文書之貴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台輔封誥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名位、加封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與昌曲科名相輔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67DA3-24FB-41AE-9CF5-B9F8208F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025</a:t>
            </a:r>
          </a:p>
        </p:txBody>
      </p:sp>
    </p:spTree>
    <p:extLst>
      <p:ext uri="{BB962C8B-B14F-4D97-AF65-F5344CB8AC3E}">
        <p14:creationId xmlns:p14="http://schemas.microsoft.com/office/powerpoint/2010/main" val="13315279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E8DC6-1A46-4BB6-B462-12412445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D80CA-A1DA-4C48-89F8-C6DD88DB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陸、重要雜曜速查表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76665-9688-4810-BC18-316A56DD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龍池鳳閣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才藝、科甲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主精緻秀麗、技藝文華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自律、刑法、孤剋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得用近軍警司法醫宗教;忌主官非外傷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升遷、繼承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逢祿主升官、得遺產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華蓋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孤高、宗教玄學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帶孤獨清高、近玄學藝術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孤辰寡宿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孤獨、刑剋六親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入六親宮主緣薄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小人、暗害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主陰私、疑忌、暗中損害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0E89C-520C-4C6C-A196-C1DE1EEC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026</a:t>
            </a:r>
          </a:p>
        </p:txBody>
      </p:sp>
    </p:spTree>
    <p:extLst>
      <p:ext uri="{BB962C8B-B14F-4D97-AF65-F5344CB8AC3E}">
        <p14:creationId xmlns:p14="http://schemas.microsoft.com/office/powerpoint/2010/main" val="2930989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3E049-211B-42F8-9264-B44234E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62B01-925F-4400-AED4-826BB40F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2CBC9-04EA-4CD3-ADBC-5F8D9B45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D7060-5DB4-4F4C-9928-395EDC68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BB1D4-3333-4AC2-942A-D0A070CC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用一句話說明祿、權、科、忌各主什麼: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（閉卷）甲干四化為何?癸干四化為何?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「生年忌」代表一個人的什麼?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「祿逢沖破」是什麼情形?結果如何?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「祿馬交馳」由哪兩顆星構成?主什麼?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BB001-06CE-44B8-BAFA-1134C034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027</a:t>
            </a:r>
          </a:p>
        </p:txBody>
      </p:sp>
    </p:spTree>
    <p:extLst>
      <p:ext uri="{BB962C8B-B14F-4D97-AF65-F5344CB8AC3E}">
        <p14:creationId xmlns:p14="http://schemas.microsoft.com/office/powerpoint/2010/main" val="10011396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32A3F-E0DE-4BD4-9459-DF306BB0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BB0CE-70CA-4A1E-9BFD-77DEE654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7A89-2C41-4647-81CF-6932453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2DC0F-6F90-4E57-881F-57170120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534B4-9CE6-4C58-A51D-1DB269F5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天姚、咸池與紅鸞、天喜,同為桃花,性質有何不同?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E568C-8AF9-4B4F-A0A5-57F4EC64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028</a:t>
            </a:r>
          </a:p>
        </p:txBody>
      </p:sp>
    </p:spTree>
    <p:extLst>
      <p:ext uri="{BB962C8B-B14F-4D97-AF65-F5344CB8AC3E}">
        <p14:creationId xmlns:p14="http://schemas.microsoft.com/office/powerpoint/2010/main" val="20386146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B18D4-FFA1-4910-9EA5-35A7AC68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D7D3D-6F52-42E8-BB8F-29A0C87A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9D1D9-CB15-4C45-96AE-452C73E6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5D0FC-4FBF-4209-8BBD-984F180E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9443E-E06D-4CD3-8AA9-85E4050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默寫十天干四化表(閉卷),連續三天各一次。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標出自己的生年四化落宮,各寫一句人生印證(尤其生年忌)。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在自己命盤上找出祿存、天馬、主要桃花與貴人雜曜的位置。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60B40-B60B-42DD-BC40-BF182259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029</a:t>
            </a:r>
          </a:p>
        </p:txBody>
      </p:sp>
    </p:spTree>
    <p:extLst>
      <p:ext uri="{BB962C8B-B14F-4D97-AF65-F5344CB8AC3E}">
        <p14:creationId xmlns:p14="http://schemas.microsoft.com/office/powerpoint/2010/main" val="10455265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6C161-CA2F-473A-B3F1-F292B748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53456-6563-429A-95BC-131F61EB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B53C7-C358-4476-A0DB-BC59B6FD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第八堂:廟旺利陷與星情組合。將把「亮度」與「雙星組合」疊上主星,教你判讀十二種基本盤面的化學反應——星情從此完整。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8D34E-46AD-4652-8326-FAAD77A2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030</a:t>
            </a:r>
          </a:p>
        </p:txBody>
      </p:sp>
    </p:spTree>
    <p:extLst>
      <p:ext uri="{BB962C8B-B14F-4D97-AF65-F5344CB8AC3E}">
        <p14:creationId xmlns:p14="http://schemas.microsoft.com/office/powerpoint/2010/main" val="20057168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4CCEF-2794-4A63-A32D-D85A34B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28978-4D15-428D-B119-6D77F140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320E2-5674-41A7-9EA0-C313D908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B24E6-386B-43CC-BCFD-FA11B3BA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6A45E-741C-4A1B-94A2-44B0D8E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CBB84-C228-4A2C-A417-85AB01B9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柒   031</a:t>
            </a:r>
          </a:p>
        </p:txBody>
      </p:sp>
    </p:spTree>
    <p:extLst>
      <p:ext uri="{BB962C8B-B14F-4D97-AF65-F5344CB8AC3E}">
        <p14:creationId xmlns:p14="http://schemas.microsoft.com/office/powerpoint/2010/main" val="1332873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2026-09-13T05:36:38.8860000Z</dcterms:created>
  <dcterms:modified xsi:type="dcterms:W3CDTF">2026-09-13T05:36:38.8860000Z</dcterms:modified>
</coreProperties>
</file>