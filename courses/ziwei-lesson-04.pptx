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a522d362884472" /><Relationship Type="http://schemas.openxmlformats.org/officeDocument/2006/relationships/extended-properties" Target="/docProps/app.xml" Id="R7f15e24d98db4ac2" /><Relationship Type="http://schemas.openxmlformats.org/officeDocument/2006/relationships/officeDocument" Target="/ppt/presentation.xml" Id="Rc0cb955ec04745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1ef9b33854d39"/>
  </p:sldMasterIdLst>
  <p:notesMasterIdLst>
    <p:notesMasterId xmlns:r="http://schemas.openxmlformats.org/officeDocument/2006/relationships" r:id="R6e655fb598cf4236"/>
  </p:notesMasterIdLst>
  <p:sldIdLst>
    <p:sldId xmlns:r="http://schemas.openxmlformats.org/officeDocument/2006/relationships" id="256" r:id="R7ca8e9b030884866"/>
    <p:sldId xmlns:r="http://schemas.openxmlformats.org/officeDocument/2006/relationships" id="257" r:id="R47c11f80e8684fad"/>
    <p:sldId xmlns:r="http://schemas.openxmlformats.org/officeDocument/2006/relationships" id="258" r:id="Rfe9987a8902447d8"/>
    <p:sldId xmlns:r="http://schemas.openxmlformats.org/officeDocument/2006/relationships" id="259" r:id="R2177ec82992e4c24"/>
    <p:sldId xmlns:r="http://schemas.openxmlformats.org/officeDocument/2006/relationships" id="260" r:id="Rbe979633848f471c"/>
    <p:sldId xmlns:r="http://schemas.openxmlformats.org/officeDocument/2006/relationships" id="261" r:id="R0a4e769afd8f4706"/>
    <p:sldId xmlns:r="http://schemas.openxmlformats.org/officeDocument/2006/relationships" id="262" r:id="R424a459bd6974840"/>
    <p:sldId xmlns:r="http://schemas.openxmlformats.org/officeDocument/2006/relationships" id="263" r:id="R6aecd692843c45f5"/>
    <p:sldId xmlns:r="http://schemas.openxmlformats.org/officeDocument/2006/relationships" id="264" r:id="Rd6576adeae5e4292"/>
    <p:sldId xmlns:r="http://schemas.openxmlformats.org/officeDocument/2006/relationships" id="265" r:id="R37e2e65ee0dd4035"/>
    <p:sldId xmlns:r="http://schemas.openxmlformats.org/officeDocument/2006/relationships" id="266" r:id="R583136f2119c4ba1"/>
    <p:sldId xmlns:r="http://schemas.openxmlformats.org/officeDocument/2006/relationships" id="267" r:id="R591bde4a76184c7c"/>
    <p:sldId xmlns:r="http://schemas.openxmlformats.org/officeDocument/2006/relationships" id="268" r:id="R3ea7183a81a64c22"/>
    <p:sldId xmlns:r="http://schemas.openxmlformats.org/officeDocument/2006/relationships" id="269" r:id="R20fec35299944e17"/>
    <p:sldId xmlns:r="http://schemas.openxmlformats.org/officeDocument/2006/relationships" id="270" r:id="R2099106d841347d8"/>
    <p:sldId xmlns:r="http://schemas.openxmlformats.org/officeDocument/2006/relationships" id="271" r:id="R2732e2ced3e5476b"/>
    <p:sldId xmlns:r="http://schemas.openxmlformats.org/officeDocument/2006/relationships" id="272" r:id="Rc7302d8005684f7f"/>
    <p:sldId xmlns:r="http://schemas.openxmlformats.org/officeDocument/2006/relationships" id="273" r:id="R101f38b855a146d8"/>
    <p:sldId xmlns:r="http://schemas.openxmlformats.org/officeDocument/2006/relationships" id="274" r:id="Rc52c392a1dad40bc"/>
    <p:sldId xmlns:r="http://schemas.openxmlformats.org/officeDocument/2006/relationships" id="275" r:id="Rfe1597d5570f4d2a"/>
    <p:sldId xmlns:r="http://schemas.openxmlformats.org/officeDocument/2006/relationships" id="276" r:id="R1c2e009368ab4da1"/>
    <p:sldId xmlns:r="http://schemas.openxmlformats.org/officeDocument/2006/relationships" id="277" r:id="R88f77e0c6fd941a3"/>
    <p:sldId xmlns:r="http://schemas.openxmlformats.org/officeDocument/2006/relationships" id="278" r:id="R04f6f3b6fb9e40e0"/>
    <p:sldId xmlns:r="http://schemas.openxmlformats.org/officeDocument/2006/relationships" id="279" r:id="Ra33da752060a44a2"/>
    <p:sldId xmlns:r="http://schemas.openxmlformats.org/officeDocument/2006/relationships" id="280" r:id="Rd4bba1e0b665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07e113524840d8" /><Relationship Type="http://schemas.openxmlformats.org/officeDocument/2006/relationships/slideMaster" Target="/ppt/slideMasters/slideMaster1.xml" Id="Re9a1ef9b33854d39" /><Relationship Type="http://schemas.openxmlformats.org/officeDocument/2006/relationships/notesMaster" Target="/ppt/notesMasters/notesMaster1.xml" Id="R6e655fb598cf4236" /><Relationship Type="http://schemas.openxmlformats.org/officeDocument/2006/relationships/presProps" Target="/ppt/presProps.xml" Id="Re658e702234448ab" /><Relationship Type="http://schemas.openxmlformats.org/officeDocument/2006/relationships/tableStyles" Target="/ppt/tableStyles.xml" Id="R21a9c6c319384f3d" /><Relationship Type="http://schemas.openxmlformats.org/officeDocument/2006/relationships/slide" Target="/ppt/slides/slide1.xml" Id="R7ca8e9b030884866" /><Relationship Type="http://schemas.openxmlformats.org/officeDocument/2006/relationships/slide" Target="/ppt/slides/slide2.xml" Id="R47c11f80e8684fad" /><Relationship Type="http://schemas.openxmlformats.org/officeDocument/2006/relationships/slide" Target="/ppt/slides/slide3.xml" Id="Rfe9987a8902447d8" /><Relationship Type="http://schemas.openxmlformats.org/officeDocument/2006/relationships/slide" Target="/ppt/slides/slide4.xml" Id="R2177ec82992e4c24" /><Relationship Type="http://schemas.openxmlformats.org/officeDocument/2006/relationships/slide" Target="/ppt/slides/slide5.xml" Id="Rbe979633848f471c" /><Relationship Type="http://schemas.openxmlformats.org/officeDocument/2006/relationships/slide" Target="/ppt/slides/slide6.xml" Id="R0a4e769afd8f4706" /><Relationship Type="http://schemas.openxmlformats.org/officeDocument/2006/relationships/slide" Target="/ppt/slides/slide7.xml" Id="R424a459bd6974840" /><Relationship Type="http://schemas.openxmlformats.org/officeDocument/2006/relationships/slide" Target="/ppt/slides/slide8.xml" Id="R6aecd692843c45f5" /><Relationship Type="http://schemas.openxmlformats.org/officeDocument/2006/relationships/slide" Target="/ppt/slides/slide9.xml" Id="Rd6576adeae5e4292" /><Relationship Type="http://schemas.openxmlformats.org/officeDocument/2006/relationships/slide" Target="/ppt/slides/slide10.xml" Id="R37e2e65ee0dd4035" /><Relationship Type="http://schemas.openxmlformats.org/officeDocument/2006/relationships/slide" Target="/ppt/slides/slide11.xml" Id="R583136f2119c4ba1" /><Relationship Type="http://schemas.openxmlformats.org/officeDocument/2006/relationships/slide" Target="/ppt/slides/slide12.xml" Id="R591bde4a76184c7c" /><Relationship Type="http://schemas.openxmlformats.org/officeDocument/2006/relationships/slide" Target="/ppt/slides/slide13.xml" Id="R3ea7183a81a64c22" /><Relationship Type="http://schemas.openxmlformats.org/officeDocument/2006/relationships/slide" Target="/ppt/slides/slide14.xml" Id="R20fec35299944e17" /><Relationship Type="http://schemas.openxmlformats.org/officeDocument/2006/relationships/slide" Target="/ppt/slides/slide15.xml" Id="R2099106d841347d8" /><Relationship Type="http://schemas.openxmlformats.org/officeDocument/2006/relationships/slide" Target="/ppt/slides/slide16.xml" Id="R2732e2ced3e5476b" /><Relationship Type="http://schemas.openxmlformats.org/officeDocument/2006/relationships/slide" Target="/ppt/slides/slide17.xml" Id="Rc7302d8005684f7f" /><Relationship Type="http://schemas.openxmlformats.org/officeDocument/2006/relationships/slide" Target="/ppt/slides/slide18.xml" Id="R101f38b855a146d8" /><Relationship Type="http://schemas.openxmlformats.org/officeDocument/2006/relationships/slide" Target="/ppt/slides/slide19.xml" Id="Rc52c392a1dad40bc" /><Relationship Type="http://schemas.openxmlformats.org/officeDocument/2006/relationships/slide" Target="/ppt/slides/slide20.xml" Id="Rfe1597d5570f4d2a" /><Relationship Type="http://schemas.openxmlformats.org/officeDocument/2006/relationships/slide" Target="/ppt/slides/slide21.xml" Id="R1c2e009368ab4da1" /><Relationship Type="http://schemas.openxmlformats.org/officeDocument/2006/relationships/slide" Target="/ppt/slides/slide22.xml" Id="R88f77e0c6fd941a3" /><Relationship Type="http://schemas.openxmlformats.org/officeDocument/2006/relationships/slide" Target="/ppt/slides/slide23.xml" Id="R04f6f3b6fb9e40e0" /><Relationship Type="http://schemas.openxmlformats.org/officeDocument/2006/relationships/slide" Target="/ppt/slides/slide24.xml" Id="Ra33da752060a44a2" /><Relationship Type="http://schemas.openxmlformats.org/officeDocument/2006/relationships/slide" Target="/ppt/slides/slide25.xml" Id="Rd4bba1e0b665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683c2afb5d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38554b87374fb0" /><Relationship Type="http://schemas.openxmlformats.org/officeDocument/2006/relationships/notesMaster" Target="/ppt/notesMasters/notesMaster1.xml" Id="Rdad22c10638b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365d7884c4038" /><Relationship Type="http://schemas.openxmlformats.org/officeDocument/2006/relationships/notesMaster" Target="/ppt/notesMasters/notesMaster1.xml" Id="R653645db1da5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30316db1a4922" /><Relationship Type="http://schemas.openxmlformats.org/officeDocument/2006/relationships/notesMaster" Target="/ppt/notesMasters/notesMaster1.xml" Id="R393c07559a7d4d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651f65e004757" /><Relationship Type="http://schemas.openxmlformats.org/officeDocument/2006/relationships/notesMaster" Target="/ppt/notesMasters/notesMaster1.xml" Id="R86a6ceaf29eb44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6b858fc664701" /><Relationship Type="http://schemas.openxmlformats.org/officeDocument/2006/relationships/notesMaster" Target="/ppt/notesMasters/notesMaster1.xml" Id="R65395c57fcd5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f4cdfd2de34215" /><Relationship Type="http://schemas.openxmlformats.org/officeDocument/2006/relationships/notesMaster" Target="/ppt/notesMasters/notesMaster1.xml" Id="R3ab92adc82cf4e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956de53fd4dbc" /><Relationship Type="http://schemas.openxmlformats.org/officeDocument/2006/relationships/notesMaster" Target="/ppt/notesMasters/notesMaster1.xml" Id="R0adfb96378ad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5cc7a9902441a6" /><Relationship Type="http://schemas.openxmlformats.org/officeDocument/2006/relationships/notesMaster" Target="/ppt/notesMasters/notesMaster1.xml" Id="R54881e212d0644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0ad5b244d040c7" /><Relationship Type="http://schemas.openxmlformats.org/officeDocument/2006/relationships/notesMaster" Target="/ppt/notesMasters/notesMaster1.xml" Id="Re8f3979f8b9e42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b847261c24478" /><Relationship Type="http://schemas.openxmlformats.org/officeDocument/2006/relationships/notesMaster" Target="/ppt/notesMasters/notesMaster1.xml" Id="Raa29651f78f14c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d266dd9fb14762" /><Relationship Type="http://schemas.openxmlformats.org/officeDocument/2006/relationships/notesMaster" Target="/ppt/notesMasters/notesMaster1.xml" Id="R3b6bd8a4121443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c27eacb9dd4c3f" /><Relationship Type="http://schemas.openxmlformats.org/officeDocument/2006/relationships/notesMaster" Target="/ppt/notesMasters/notesMaster1.xml" Id="R7df588d6d79d4b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4e6c244f124ecb" /><Relationship Type="http://schemas.openxmlformats.org/officeDocument/2006/relationships/notesMaster" Target="/ppt/notesMasters/notesMaster1.xml" Id="R0f2cc072777643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2ad061c9074d3f" /><Relationship Type="http://schemas.openxmlformats.org/officeDocument/2006/relationships/notesMaster" Target="/ppt/notesMasters/notesMaster1.xml" Id="R2f307c768d9f4d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5cf6d8ab614667" /><Relationship Type="http://schemas.openxmlformats.org/officeDocument/2006/relationships/notesMaster" Target="/ppt/notesMasters/notesMaster1.xml" Id="R1c1d07bfa03a4b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775b4fbd5b4592" /><Relationship Type="http://schemas.openxmlformats.org/officeDocument/2006/relationships/notesMaster" Target="/ppt/notesMasters/notesMaster1.xml" Id="R256f2997f87f48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e3c725b66c4d24" /><Relationship Type="http://schemas.openxmlformats.org/officeDocument/2006/relationships/notesMaster" Target="/ppt/notesMasters/notesMaster1.xml" Id="R8feb94d244ea46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986d4abc044730" /><Relationship Type="http://schemas.openxmlformats.org/officeDocument/2006/relationships/notesMaster" Target="/ppt/notesMasters/notesMaster1.xml" Id="R5b3b41f0fd6c4e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366a1faa9546f8" /><Relationship Type="http://schemas.openxmlformats.org/officeDocument/2006/relationships/notesMaster" Target="/ppt/notesMasters/notesMaster1.xml" Id="R6122122c11ee44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596ea4726c46cd" /><Relationship Type="http://schemas.openxmlformats.org/officeDocument/2006/relationships/notesMaster" Target="/ppt/notesMasters/notesMaster1.xml" Id="R5801b0ccdcaa4d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f62f2717894989" /><Relationship Type="http://schemas.openxmlformats.org/officeDocument/2006/relationships/notesMaster" Target="/ppt/notesMasters/notesMaster1.xml" Id="R5148c8f3a12e4a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bb42d873ce4d01" /><Relationship Type="http://schemas.openxmlformats.org/officeDocument/2006/relationships/notesMaster" Target="/ppt/notesMasters/notesMaster1.xml" Id="R988bb9e2d49f48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513a79268d4753" /><Relationship Type="http://schemas.openxmlformats.org/officeDocument/2006/relationships/notesMaster" Target="/ppt/notesMasters/notesMaster1.xml" Id="R9216cc93b09e47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fd09b6e01c4534" /><Relationship Type="http://schemas.openxmlformats.org/officeDocument/2006/relationships/notesMaster" Target="/ppt/notesMasters/notesMaster1.xml" Id="Rc57ddfc57a5544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5161cacecb4611" /><Relationship Type="http://schemas.openxmlformats.org/officeDocument/2006/relationships/notesMaster" Target="/ppt/notesMasters/notesMaster1.xml" Id="R02856f2f5e24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C:\Users\eason1288\Documents\上課資料夾\紫微斗數課程\紫微斗數_第4堂_學生講義.docx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b2bc04f32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9b1a1fe624506" /><Relationship Type="http://schemas.openxmlformats.org/officeDocument/2006/relationships/slideLayout" Target="/ppt/slideLayouts/slideLayout1.xml" Id="R510804131e46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804131e46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821259257421e" /><Relationship Type="http://schemas.openxmlformats.org/officeDocument/2006/relationships/notesSlide" Target="/ppt/notesSlides/notesSlide1.xml" Id="R4bceb6772959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6e56aceaa46a5" /><Relationship Type="http://schemas.openxmlformats.org/officeDocument/2006/relationships/notesSlide" Target="/ppt/notesSlides/notesSlide2.xml" Id="R9d5f2b47c1cd4b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022df36af4ec5" /><Relationship Type="http://schemas.openxmlformats.org/officeDocument/2006/relationships/notesSlide" Target="/ppt/notesSlides/notesSlide3.xml" Id="R7b8b9a2bfc73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2fa42c5c4b53" /><Relationship Type="http://schemas.openxmlformats.org/officeDocument/2006/relationships/notesSlide" Target="/ppt/notesSlides/notesSlide4.xml" Id="Ra42eb39ec57645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76168a9c84d68" /><Relationship Type="http://schemas.openxmlformats.org/officeDocument/2006/relationships/notesSlide" Target="/ppt/notesSlides/notesSlide5.xml" Id="R3a207271a3b64b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66baaacfb46db" /><Relationship Type="http://schemas.openxmlformats.org/officeDocument/2006/relationships/notesSlide" Target="/ppt/notesSlides/notesSlide6.xml" Id="R46063e722c6044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3a14e11d44fcf" /><Relationship Type="http://schemas.openxmlformats.org/officeDocument/2006/relationships/notesSlide" Target="/ppt/notesSlides/notesSlide7.xml" Id="R4b019360190a4a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3df42f7094e88" /><Relationship Type="http://schemas.openxmlformats.org/officeDocument/2006/relationships/notesSlide" Target="/ppt/notesSlides/notesSlide8.xml" Id="R296ba7215dc741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8791fbd784613" /><Relationship Type="http://schemas.openxmlformats.org/officeDocument/2006/relationships/notesSlide" Target="/ppt/notesSlides/notesSlide9.xml" Id="Ra084a759084f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c5e707ea24c6a" /><Relationship Type="http://schemas.openxmlformats.org/officeDocument/2006/relationships/notesSlide" Target="/ppt/notesSlides/notesSlide10.xml" Id="R042ab355599c41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6e04397ea4ed0" /><Relationship Type="http://schemas.openxmlformats.org/officeDocument/2006/relationships/notesSlide" Target="/ppt/notesSlides/notesSlide11.xml" Id="Rc7dff1e8f27f4e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3cac5d324433" /><Relationship Type="http://schemas.openxmlformats.org/officeDocument/2006/relationships/notesSlide" Target="/ppt/notesSlides/notesSlide12.xml" Id="R4f2f7acd10654f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6fcbd4a14e5d" /><Relationship Type="http://schemas.openxmlformats.org/officeDocument/2006/relationships/notesSlide" Target="/ppt/notesSlides/notesSlide13.xml" Id="R6327dc3e343848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ae73aca304519" /><Relationship Type="http://schemas.openxmlformats.org/officeDocument/2006/relationships/notesSlide" Target="/ppt/notesSlides/notesSlide14.xml" Id="R75b3a650b0564c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512e19a9c480c" /><Relationship Type="http://schemas.openxmlformats.org/officeDocument/2006/relationships/notesSlide" Target="/ppt/notesSlides/notesSlide15.xml" Id="Rb502526cb88d45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2e92a36394f62" /><Relationship Type="http://schemas.openxmlformats.org/officeDocument/2006/relationships/notesSlide" Target="/ppt/notesSlides/notesSlide16.xml" Id="R70b73c7b1ff044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152e0faee49ed" /><Relationship Type="http://schemas.openxmlformats.org/officeDocument/2006/relationships/notesSlide" Target="/ppt/notesSlides/notesSlide17.xml" Id="R6e1e63249dd141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1572aaf414ffc" /><Relationship Type="http://schemas.openxmlformats.org/officeDocument/2006/relationships/notesSlide" Target="/ppt/notesSlides/notesSlide18.xml" Id="Raf51de861ea54e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d9bb765684615" /><Relationship Type="http://schemas.openxmlformats.org/officeDocument/2006/relationships/notesSlide" Target="/ppt/notesSlides/notesSlide19.xml" Id="R03ce7825d82f4f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e04454dd04722" /><Relationship Type="http://schemas.openxmlformats.org/officeDocument/2006/relationships/notesSlide" Target="/ppt/notesSlides/notesSlide20.xml" Id="R854afbe61c3a4f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e3d38c458400d" /><Relationship Type="http://schemas.openxmlformats.org/officeDocument/2006/relationships/notesSlide" Target="/ppt/notesSlides/notesSlide21.xml" Id="R0ce76e07c62648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ac5f60e84a36" /><Relationship Type="http://schemas.openxmlformats.org/officeDocument/2006/relationships/notesSlide" Target="/ppt/notesSlides/notesSlide22.xml" Id="Rb79b0375fe0a42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4139ee9804394" /><Relationship Type="http://schemas.openxmlformats.org/officeDocument/2006/relationships/notesSlide" Target="/ppt/notesSlides/notesSlide23.xml" Id="R54296edffc0143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d13bcfba1477e" /><Relationship Type="http://schemas.openxmlformats.org/officeDocument/2006/relationships/notesSlide" Target="/ppt/notesSlides/notesSlide24.xml" Id="Rf74ed71a3d244d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89162f1764f9f" /><Relationship Type="http://schemas.openxmlformats.org/officeDocument/2006/relationships/notesSlide" Target="/ppt/notesSlides/notesSlide25.xml" Id="R9194c203530746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ADF1-947D-48B7-8312-B09269B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86A56-EC9B-4AE7-98C0-4DD2892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CBA4-51E0-4FEA-9F4A-BAE41D0A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6216-E019-48D2-9224-B6E5C4F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十四主星（上）· 紫微系星情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C3C3F-FF67-4126-A7EA-7C81B16A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第4堂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9FB7B-F152-4379-84A1-AC74E1C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壹、讀星的方法——四個層次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認星不是背形容詞,而是層層疊上去的判斷。往後每一顆星、每一張盤,都用這四層去讀: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DB537-8095-4A05-B186-C2AE213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987891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7B032-A5DF-4E5B-B8C9-241D8A03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57DF7-452E-4466-ADF2-270B408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02CCE-83AE-4794-BC28-7A41B0D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建立「讀星四層次」的方法:人性 → 廟旺 → 組合 → 四化。 2. 精讀紫微、天機、太陽、武曲、天同、廉貞、天府七星的星情。 3. 掌握每顆星的五行化氣、性格、優缺點與喜忌。 4. 認識「百官朝拱」與「孤君」對紫微成敗的關鍵。 5. 能為身邊的人初步配對主星,把星情用回真實人物。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B001-2DC0-4C3B-BD15-4B8E5127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002</a:t>
            </a:r>
          </a:p>
        </p:txBody>
      </p:sp>
    </p:spTree>
    <p:extLst>
      <p:ext uri="{BB962C8B-B14F-4D97-AF65-F5344CB8AC3E}">
        <p14:creationId xmlns:p14="http://schemas.microsoft.com/office/powerpoint/2010/main" val="784813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65C34-B89D-44A4-BD2E-0ED4F0A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560E0-11B2-43D9-856E-DFA13E8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壹、讀星的方法——四個層次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F63D7-27C8-4E16-9EFC-E838E72C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15A05-9EFB-4A2E-815C-B9936D6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E90A-015B-480E-9423-2800D71E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認星不是背形容詞,而是層層疊上去的判斷。往後每一顆星、每一張盤,都用這四層去讀: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第一層 讀人性:先把每顆星當成一種「人格原型」,理解它的核心性情與動機。這是血肉。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第二層 看廟旺:同一顆星在不同宮位有廟旺利陷之別,亮度決定星力的強弱與吉凶折扣。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第三層 看組合:星與星同宮、會照,會產生新的化學反應(第八堂專講)。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第四層 看四化:祿權科忌加在星上,才讓靜態星情「動」起來、定吉凶(第七堂專講)。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1D71-6AA4-4213-8E32-91654E7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003</a:t>
            </a:r>
          </a:p>
        </p:txBody>
      </p:sp>
    </p:spTree>
    <p:extLst>
      <p:ext uri="{BB962C8B-B14F-4D97-AF65-F5344CB8AC3E}">
        <p14:creationId xmlns:p14="http://schemas.microsoft.com/office/powerpoint/2010/main" val="47996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46CD1-0FEC-4733-A691-66ED00E4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4B405-04D2-465D-A5FC-1B9E2EE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壹、讀星的方法——四個層次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BB65F-80E4-4920-A5A9-1C0320D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本堂重點 這一堂集中練「第一層——讀人性」,把紫微系七顆星讀成七種活生生的人。廟旺、組合、四化會在後續各堂逐一疊加。地基在此,務必讀到有感覺、記得住。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25DC1-F674-4B5E-B1BD-34CCA0F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004</a:t>
            </a:r>
          </a:p>
        </p:txBody>
      </p:sp>
    </p:spTree>
    <p:extLst>
      <p:ext uri="{BB962C8B-B14F-4D97-AF65-F5344CB8AC3E}">
        <p14:creationId xmlns:p14="http://schemas.microsoft.com/office/powerpoint/2010/main" val="133480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A417F-38D7-4B0F-A226-4846E2B4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D3D26-2A3E-4DA9-87E2-162E80AE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一、紫微 —— 帝星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F5DEA-2014-4071-8C44-A9E433B1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80A0C-8903-41F9-B8EA-3E48C00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0260A-8D95-49B1-947C-CF681C5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己土 · 化氣為「尊」 · 中天/北斗主 · 主官祿與尊貴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紫微是諸星之首的帝星,象徵領導、尊貴、掌權與被人擁戴的氣度。坐命者多半自帶威儀、好面子、重身分,喜歡當家作主、不甘居人下;心地不壞但耳根軟,易受身邊人左右。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帝星的成敗,全看身邊有沒有「臣子」。有左輔右弼、文昌文曲、天魁天鉞來輔佐(稱「百官朝拱」),則貴氣十足、能成大器;若孤星獨坐、無吉來會,便是「在野孤君」,空有身段而無實權,反而孤高剛愎。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BE9EB-DAC9-4FD4-99DF-7A28805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005</a:t>
            </a:r>
          </a:p>
        </p:txBody>
      </p:sp>
    </p:spTree>
    <p:extLst>
      <p:ext uri="{BB962C8B-B14F-4D97-AF65-F5344CB8AC3E}">
        <p14:creationId xmlns:p14="http://schemas.microsoft.com/office/powerpoint/2010/main" val="1057787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736E-40DC-428D-B36A-165C843A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DD453-7D41-4011-9796-3C5EB182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一、紫微 —— 帝星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56595-1184-46EE-9406-E8A04C04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喜:百官朝拱(輔弼昌曲魁鉞),得祿存化祿添實利。 忌:孤君無輔、逢空劫則志大才疏;會煞則剛愎專斷。 廟旺:入廟於午(無殺為「極向離明」貴格),子午多主貴。 四化:化權(壬)、化科(乙);不化祿、不化忌。 原型:董事長、掌權者、領導型人物、老大哥。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56817-CB63-49E6-A236-9E7CA397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006</a:t>
            </a:r>
          </a:p>
        </p:txBody>
      </p:sp>
    </p:spTree>
    <p:extLst>
      <p:ext uri="{BB962C8B-B14F-4D97-AF65-F5344CB8AC3E}">
        <p14:creationId xmlns:p14="http://schemas.microsoft.com/office/powerpoint/2010/main" val="1442636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5B94A-2E3C-4CFD-8518-09A373F2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F3FA3-273D-4E3F-99E7-C45DD5BE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二、天機 —— 智星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EF263-FEC0-46DA-8DBB-56A084B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A2CBA-6DFA-4EDB-9C25-A03CDED4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9EE5E-55EA-41DF-B166-91F7B91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乙木 · 化氣為「善」 · 南斗主 · 主兄弟與智慧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天機是智慧與機變之星,主聰明、善謀、反應快、想得多。坐命者心思細膩、擅長規劃與應變,常有宗教、五術、企劃、幕僚的傾向;但「機」也主動盪與勞心,想太多、易神經質、坐不住。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天機是動星,喜歡變化與流動,適合當軍師、參謀、企劃、顧問這類「動腦不動拳」的角色;若逢煞沖亂,則機關算盡反招勞碌。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C8860-2658-4035-AB01-4DEB289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007</a:t>
            </a:r>
          </a:p>
        </p:txBody>
      </p:sp>
    </p:spTree>
    <p:extLst>
      <p:ext uri="{BB962C8B-B14F-4D97-AF65-F5344CB8AC3E}">
        <p14:creationId xmlns:p14="http://schemas.microsoft.com/office/powerpoint/2010/main" val="281419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C001A-870E-472D-A3E7-561DA55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41B1A-1E39-457B-AEBA-56F34B43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二、天機 —— 智星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CE721-4473-412D-83B6-21E73A66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喜:會文昌文曲、化祿化科,智慧生財、近文近道。 忌:逢擎羊化忌則心機過重、鑽牛角尖、神經質。 廟旺:廟於卯、酉、辰、戌;落陷則浮動不定。 四化:四化俱全——祿(乙)、權(丙)、科(丁)、忌(戊)。 原型:軍師、企劃、幕僚、宗教研究者、點子王。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B592-D89F-4041-A015-56211EB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008</a:t>
            </a:r>
          </a:p>
        </p:txBody>
      </p:sp>
    </p:spTree>
    <p:extLst>
      <p:ext uri="{BB962C8B-B14F-4D97-AF65-F5344CB8AC3E}">
        <p14:creationId xmlns:p14="http://schemas.microsoft.com/office/powerpoint/2010/main" val="1717921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29357-2A60-4C1C-B1EF-1A70055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DECC-5355-4C17-ABB6-454FF18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三、太陽 —— 貴星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69857-6704-447E-8DCF-72CE264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6B107-9DB2-4846-922C-5C4E23C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ADDB0-3F4E-4305-B1C8-E19F721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丙火 · 化氣為「貴」 · 中天主 · 主官祿、父星與夫星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太陽象徵光明、博愛、熱情與付出,主貴氣而非財氣。坐命者多半開朗大方、樂於助人、愛面子也愛照顧人;是男命的自己與父親、女命的父親與丈夫之星。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太陽最重「廟旺」:日在中天(卯至午)則光明磊落、事業有成;日落西山(戌亥子)則勞而少功、易與父或夫緣薄、也易眼目與心血管勞損。太陽宜動宜貴,喜投身公眾、名大於利。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D173C-C7FF-49A9-A42A-9CEEF51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009</a:t>
            </a:r>
          </a:p>
        </p:txBody>
      </p:sp>
    </p:spTree>
    <p:extLst>
      <p:ext uri="{BB962C8B-B14F-4D97-AF65-F5344CB8AC3E}">
        <p14:creationId xmlns:p14="http://schemas.microsoft.com/office/powerpoint/2010/main" val="1339862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3D0C-B8CB-440C-A854-18447EA6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1DAFD-CA17-40D1-BB4D-BA7B39A6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三、太陽 —— 貴星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429E2-E7C0-4ACB-9D51-6D6D382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喜:廟旺得地,會文昌天梁成「陽梁昌祿」利功名。 忌:落陷、化忌則勞碌、傷貴氣,男命防與父/子緣薄。 廟旺:旺於巳午、廟於卯辰;陷於戌亥子(夜生尤驗)。 四化:化祿(庚)、化權(辛)、化忌(甲);不化科。 原型:公眾人物、主管、老師、熱心的長輩、父親。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789A2-6153-46CF-8323-0E24283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010</a:t>
            </a:r>
          </a:p>
        </p:txBody>
      </p:sp>
    </p:spTree>
    <p:extLst>
      <p:ext uri="{BB962C8B-B14F-4D97-AF65-F5344CB8AC3E}">
        <p14:creationId xmlns:p14="http://schemas.microsoft.com/office/powerpoint/2010/main" val="11563918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5625A-0FA4-4CAE-BA4C-000AF61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84EC6-C07D-4D41-AD42-2BF4A24B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四、武曲 —— 財星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B9C4C-052E-4F41-8038-749BA2F2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A2CB0-4DA6-42BD-BF04-20CD5A5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123CE-C16C-4F3D-8B3C-B93ACC0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辛金 · 化氣為「財」（正財） · 北斗主 · 主財帛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武曲是正財星,象徵剛毅、果決、行動力與求財的能力。坐命者個性直爽、講義氣、重承諾、做事乾脆有魄力,是天生的實業家與行動派;但金性剛硬,帶「寡宿」之氣,較不善柔情,女命過剛則婚姻宜多調和。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武曲重「實做實得」,適合財經、金融、實業、軍警、外科等需要決斷與執行的領域。與貪狼同會為「武貪」主晚發;逢煞則剛易折,宜以柔濟剛。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28476-EB5A-49A7-8BD6-347C055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011</a:t>
            </a:r>
          </a:p>
        </p:txBody>
      </p:sp>
    </p:spTree>
    <p:extLst>
      <p:ext uri="{BB962C8B-B14F-4D97-AF65-F5344CB8AC3E}">
        <p14:creationId xmlns:p14="http://schemas.microsoft.com/office/powerpoint/2010/main" val="1202870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B5466-BC15-4781-BDBB-AF8027E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1CDC0-B6F2-4262-994C-A827120F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四、武曲 —— 財星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EF3BF-6AEB-449D-B4EF-CEDED99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喜:得祿(祿存/化祿)則財源實在,會火星成暴發。 忌:化忌(壬)主財務糾紛;逢羊陀則剛烈孤剋、傷財。 廟旺:廟於辰戌丑未(四墓)及巳亥,得地有力。 四化:四化俱全——祿(己)、權(庚)、科(甲)、忌(壬)。 原型:企業家、金融實業家、軍警、外科醫師、女強人。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4FD49-9AA3-4D4D-BAAB-7BDA8A41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012</a:t>
            </a:r>
          </a:p>
        </p:txBody>
      </p:sp>
    </p:spTree>
    <p:extLst>
      <p:ext uri="{BB962C8B-B14F-4D97-AF65-F5344CB8AC3E}">
        <p14:creationId xmlns:p14="http://schemas.microsoft.com/office/powerpoint/2010/main" val="20065241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056C0-AE32-4D9E-AFFB-3EF809E1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9B66-91CD-4D0A-9177-66CCFB8F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五、天同 —— 福星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4048E-92CB-435A-8829-C6B628F7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6F67-6AED-48F4-A41A-92D51B35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44F24-363E-4CBD-900F-F8D200B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壬水 · 化氣為「福」 · 南斗主 · 主福德與享受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天同是福星,象徵情緒、享受、人緣與白手成家的福分。坐命者性情溫和、樂天知足、有赤子之心、懂生活情趣、人緣好;但福星也主「安逸」,易流於被動、缺衝勁、耽於享受、遇事退縮。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天同妙在「先苦後甘、白手興家」,適度的煞星反而能激發它的鬥志(「福星逢煞反為用」);若太過安逸無壓,則一生平順卻難有大成。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650F5-BEEF-40FA-84B9-0342FA9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013</a:t>
            </a:r>
          </a:p>
        </p:txBody>
      </p:sp>
    </p:spTree>
    <p:extLst>
      <p:ext uri="{BB962C8B-B14F-4D97-AF65-F5344CB8AC3E}">
        <p14:creationId xmlns:p14="http://schemas.microsoft.com/office/powerpoint/2010/main" val="13411199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AD3B3-E6D4-4C08-AA2E-CDF8D6D1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348D9-9513-4AAC-806D-499BFBB5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五、天同 —— 福星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49C61-2311-4E43-81D2-D9D8FA13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喜:適度會煞以激發、會吉則福厚人和。 忌:過度安逸、逢巨門化忌則情緒是非纏身。 廟旺:廟於巳亥、寅申,得地享福; 四化:化祿(丙)、化權(丁)、化忌(庚);不化科。 原型:好好先生、生活家、幕後享福者、和事佬。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87AFD-4F29-48D6-8586-8ED417F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014</a:t>
            </a:r>
          </a:p>
        </p:txBody>
      </p:sp>
    </p:spTree>
    <p:extLst>
      <p:ext uri="{BB962C8B-B14F-4D97-AF65-F5344CB8AC3E}">
        <p14:creationId xmlns:p14="http://schemas.microsoft.com/office/powerpoint/2010/main" val="1619940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7C56E-3FB0-4208-9E90-03A28381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63636-90D2-4D24-A7B5-E5F950F5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六、廉貞 —— 囚星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44586-0E42-4E76-91FB-C8B3CBB4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8267B-F899-423F-8E83-286382C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67F76-CBD1-4E91-A11E-3175DC6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丁火 · 化氣為「囚」，次桃花 · 北斗主 · 主官祿之品秩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廉貞性質複雜,亦正亦邪,是「次桃花」也是「囚星」。它主電、主血、主公關與才華,坐命者多半有魅力、善交際、感情豐富、有藝術或政治手腕;正用則長袖善舞、能屈能伸,偏用則感情糾葛、易犯官非是非。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廉貞喜化祿(甲)則轉為公關長才、人見人愛;最忌化忌(丙)則感情、官司、血光糾纏,謂之「囚」被激。廉貞是十四星中最需要看組合與四化才能定善惡的一顆。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A562A-02CF-4EBB-BEBE-03A0B74A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015</a:t>
            </a:r>
          </a:p>
        </p:txBody>
      </p:sp>
    </p:spTree>
    <p:extLst>
      <p:ext uri="{BB962C8B-B14F-4D97-AF65-F5344CB8AC3E}">
        <p14:creationId xmlns:p14="http://schemas.microsoft.com/office/powerpoint/2010/main" val="5683225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46E3-3915-429B-AB6C-D34AA1C1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22B24-640B-4981-AF95-667DF9C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六、廉貞 —— 囚星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DD2CC-3057-4DAB-87D5-6148B13B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喜:化祿(甲)主人緣公關、桃花轉為助力。 忌:化忌(丙)主感情官非血光;會羊成「刑囚」凶。 廟旺:廟於寅申;陷於巳亥則桃花浮蕩。 四化:化祿(甲)、化忌(丙);不化權科。 原型:公關、政治人物、藝術家、交際高手、多情之人。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1D0CF-7494-4DDA-9316-11DB680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016</a:t>
            </a:r>
          </a:p>
        </p:txBody>
      </p:sp>
    </p:spTree>
    <p:extLst>
      <p:ext uri="{BB962C8B-B14F-4D97-AF65-F5344CB8AC3E}">
        <p14:creationId xmlns:p14="http://schemas.microsoft.com/office/powerpoint/2010/main" val="1511573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E8C5-6215-4BCF-BBF1-F652557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85720-D696-4C18-A435-12EBE677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七、天府 —— 財庫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A69B2-518B-4C70-A54C-F3FDE03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D3B1E-B34D-4E27-ABFC-1E337A06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52750-C75B-4026-B802-69D9A22D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戊土 · 化氣為「令」，財庫星 · 南斗主 · 主財帛與田宅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天府是財庫、是令星,象徵穩重、守成、包容與衣食無虞。坐命者多半個性穩健、圓融、重安全感、善於管理與守成,是天生的財務長與大管家;但保守也易流於安逸、私心、缺乏開創。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天府為「庫」,最怕空、怕露:逢地空地劫沖會,謂之「空庫、露庫」,徒有其名而財不聚;得祿存化祿則為「實庫」,財富穩固。天府與紫微相對,一帝一庫,是紫微系的兩大柱石。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2FB79-EC50-4B8B-BDE2-17115B8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017</a:t>
            </a:r>
          </a:p>
        </p:txBody>
      </p:sp>
    </p:spTree>
    <p:extLst>
      <p:ext uri="{BB962C8B-B14F-4D97-AF65-F5344CB8AC3E}">
        <p14:creationId xmlns:p14="http://schemas.microsoft.com/office/powerpoint/2010/main" val="15346857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18264-7526-4974-9C06-DE39D88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ED380-8296-4EEA-9C13-9ACA61B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七、天府 —— 財庫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08FF-FACB-4E41-8C53-9B4DCDC8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喜:得祿存/化祿為「實庫」,會輔弼則管理有方。 忌:逢空劫成「空庫、露庫」,財來財去不聚。 廟旺:多主得地,穩重有餘而開創不足。 四化:天府為令星,基本不參與正統四化(守成之星)。 原型:財務長、大管家、穩健的守成者、包容的長者。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5493F-0D4C-450C-9FD8-3F8D4240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018</a:t>
            </a:r>
          </a:p>
        </p:txBody>
      </p:sp>
    </p:spTree>
    <p:extLst>
      <p:ext uri="{BB962C8B-B14F-4D97-AF65-F5344CB8AC3E}">
        <p14:creationId xmlns:p14="http://schemas.microsoft.com/office/powerpoint/2010/main" val="5750748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202AC-692B-4C0D-8DA1-2C2B0554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7334-8073-426B-9601-8DAA442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參、紫微系星情速查表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74442-A549-49ED-B111-94F7D73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5510"/>
                <a:gridCol w="2175510"/>
                <a:gridCol w="2175510"/>
                <a:gridCol w="2175510"/>
                <a:gridCol w="217551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化氣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性格關鍵字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尊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領導、尊貴、好面子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百官朝拱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孤君無輔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善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智慧、機變、勞心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昌曲、化科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化忌鑽牛角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光明、博愛、付出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廟旺、陽梁昌祿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落陷、化忌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剛毅、決斷、行動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得祿、火星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化忌、羊陀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溫和、享受、人緣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適度煞激發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過度安逸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魅力、複雜、桃花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化祿轉公關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化忌刑囚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令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穩重、守成、包容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得祿實庫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空劫露庫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71541-0420-48F6-B290-525DAD3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019</a:t>
            </a:r>
          </a:p>
        </p:txBody>
      </p:sp>
    </p:spTree>
    <p:extLst>
      <p:ext uri="{BB962C8B-B14F-4D97-AF65-F5344CB8AC3E}">
        <p14:creationId xmlns:p14="http://schemas.microsoft.com/office/powerpoint/2010/main" val="5168178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363C-B502-44B6-933A-09A5299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E9C43-1EFF-4C0E-9B98-BBB99B6C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肆、關鍵觀念:百官朝拱與孤君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A053-BECA-4D36-ACFD-786B06CD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0C8B9-E6DD-4530-8A0F-1FC247E6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82C2A-0632-4453-91FD-E9C1EFE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紫微系以帝星紫微為核心,而帝星的層次高低,取決於身邊有沒有得力的「文武百官」: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百官朝拱:紫微(或紫府)三方四正得左輔、右弼、文昌、文曲、天魁、天鉞、祿存等吉星會照,如君王有賢臣輔佐,主大貴、能成大局。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在野孤君:紫微孤星獨坐,無吉來會,如君王無臣,徒有尊位而無實權,反主孤高、剛愎、志大才疏。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這條原則,對整個紫微系都適用:主星再好,也要看有沒有輔佐;論一個人有沒有成就,先問他身邊有沒有貴人(輔弼昌曲魁鉞)。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981BC-E76D-4B0E-93C1-AC47E6C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020</a:t>
            </a:r>
          </a:p>
        </p:txBody>
      </p:sp>
    </p:spTree>
    <p:extLst>
      <p:ext uri="{BB962C8B-B14F-4D97-AF65-F5344CB8AC3E}">
        <p14:creationId xmlns:p14="http://schemas.microsoft.com/office/powerpoint/2010/main" val="12822624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CEB6-E5C6-4A4C-83E0-CBF8055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9343-4E5C-423F-AD00-1D938C23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3DC31-730A-4B04-B564-691F023E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39E2-5E63-4801-9812-07A44EE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357B-EF4F-44C0-84AB-21F0A9A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寫出紫微、武曲、天府三星的「化氣」各為何?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太陽為何「宜旺不宜陷」?落陷主何?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「百官朝拱」指哪些吉星?無之則稱?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廉貞化祿與化忌,分別主什麼?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為你認識的人,各配一顆紫微系主星並說明理由(至少三位):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1962B-CCE2-402A-B3CC-E8035B3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021</a:t>
            </a:r>
          </a:p>
        </p:txBody>
      </p:sp>
    </p:spTree>
    <p:extLst>
      <p:ext uri="{BB962C8B-B14F-4D97-AF65-F5344CB8AC3E}">
        <p14:creationId xmlns:p14="http://schemas.microsoft.com/office/powerpoint/2010/main" val="4109500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204E-F7C1-4C3A-9DA8-642D207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3877B-BCF6-4EF6-A9B8-0254FF80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C506A-BE5E-4261-85A2-F25DCCA3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21A29-4AD2-416C-93EE-69E3A942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83F4C-675F-4652-944A-374C933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1E9C7-835F-4CF3-8467-41DB807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022</a:t>
            </a:r>
          </a:p>
        </p:txBody>
      </p:sp>
    </p:spTree>
    <p:extLst>
      <p:ext uri="{BB962C8B-B14F-4D97-AF65-F5344CB8AC3E}">
        <p14:creationId xmlns:p14="http://schemas.microsoft.com/office/powerpoint/2010/main" val="16657222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C55D5-1C65-4981-A1F4-4224CBC1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47BF3-F431-4DD3-AD98-9CC72034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B624E-E3B9-4C3F-87FE-30BD8E3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5BCB-D76F-4E18-9670-4B00801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D12FD-4A34-4185-9CC0-AB27F63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製作紫微系七星「一句話星情卡」,正面星名、背面性格關鍵字與喜忌。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為五位親友各配一顆紫微系主星,寫出配對理由與觀察。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在自己的命盤上找出命宮主星,若屬紫微系,對照本堂內容寫一段自我印證。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038C5-99D7-48A8-B334-A7D704CA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023</a:t>
            </a:r>
          </a:p>
        </p:txBody>
      </p:sp>
    </p:spTree>
    <p:extLst>
      <p:ext uri="{BB962C8B-B14F-4D97-AF65-F5344CB8AC3E}">
        <p14:creationId xmlns:p14="http://schemas.microsoft.com/office/powerpoint/2010/main" val="14830321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8FE26-F98C-4808-87F7-F3214B9B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33C68-15DB-434D-B6EA-A519928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513BF-4DC6-4585-9D9F-9B7725D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第五堂:十四主星(下)· 天府系星情與星系分類。認識其餘七星,並建立「殺破狼 / 機月同梁」等星系觀,學會一眼判命格路數。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248BE-D214-4CCD-82B7-B6886DB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024</a:t>
            </a:r>
          </a:p>
        </p:txBody>
      </p:sp>
    </p:spTree>
    <p:extLst>
      <p:ext uri="{BB962C8B-B14F-4D97-AF65-F5344CB8AC3E}">
        <p14:creationId xmlns:p14="http://schemas.microsoft.com/office/powerpoint/2010/main" val="74762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BC996-24B9-4C25-9193-59171EA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9A3BC-9E5D-4F4C-BA76-39D6DFB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F5519-61EC-4F2A-B54B-B857C6C5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884D5-3BA6-4597-BD20-067277C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17661-F39B-42A7-836B-5498DF6D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8B36E-BF17-4760-BFE5-61B4CF22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肆   025</a:t>
            </a:r>
          </a:p>
        </p:txBody>
      </p:sp>
    </p:spTree>
    <p:extLst>
      <p:ext uri="{BB962C8B-B14F-4D97-AF65-F5344CB8AC3E}">
        <p14:creationId xmlns:p14="http://schemas.microsoft.com/office/powerpoint/2010/main" val="73931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2026-09-13T05:36:01.7830000Z</dcterms:created>
  <dcterms:modified xsi:type="dcterms:W3CDTF">2026-09-13T05:36:01.7830000Z</dcterms:modified>
</coreProperties>
</file>