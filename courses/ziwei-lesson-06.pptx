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f95b76a90d4efd" /><Relationship Type="http://schemas.openxmlformats.org/officeDocument/2006/relationships/extended-properties" Target="/docProps/app.xml" Id="R45a480b4fac04b2a" /><Relationship Type="http://schemas.openxmlformats.org/officeDocument/2006/relationships/officeDocument" Target="/ppt/presentation.xml" Id="Rf280868815dc42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b50e82c8b44dc0"/>
  </p:sldMasterIdLst>
  <p:notesMasterIdLst>
    <p:notesMasterId xmlns:r="http://schemas.openxmlformats.org/officeDocument/2006/relationships" r:id="R145f866fee0348b5"/>
  </p:notesMasterIdLst>
  <p:sldIdLst>
    <p:sldId xmlns:r="http://schemas.openxmlformats.org/officeDocument/2006/relationships" id="256" r:id="R3c680a4c290e477d"/>
    <p:sldId xmlns:r="http://schemas.openxmlformats.org/officeDocument/2006/relationships" id="257" r:id="Rdfde860700274d60"/>
    <p:sldId xmlns:r="http://schemas.openxmlformats.org/officeDocument/2006/relationships" id="258" r:id="R52696139b6a742a1"/>
    <p:sldId xmlns:r="http://schemas.openxmlformats.org/officeDocument/2006/relationships" id="259" r:id="Rfe4db62476c547f2"/>
    <p:sldId xmlns:r="http://schemas.openxmlformats.org/officeDocument/2006/relationships" id="260" r:id="R5a66f67e2b2b4d6e"/>
    <p:sldId xmlns:r="http://schemas.openxmlformats.org/officeDocument/2006/relationships" id="261" r:id="R938ffd98bfb444da"/>
    <p:sldId xmlns:r="http://schemas.openxmlformats.org/officeDocument/2006/relationships" id="262" r:id="R127f53b35e0d4ddf"/>
    <p:sldId xmlns:r="http://schemas.openxmlformats.org/officeDocument/2006/relationships" id="263" r:id="Raf4fce941bde48c0"/>
    <p:sldId xmlns:r="http://schemas.openxmlformats.org/officeDocument/2006/relationships" id="264" r:id="R24019d247c094f8c"/>
    <p:sldId xmlns:r="http://schemas.openxmlformats.org/officeDocument/2006/relationships" id="265" r:id="Rbca4613c3be3469a"/>
    <p:sldId xmlns:r="http://schemas.openxmlformats.org/officeDocument/2006/relationships" id="266" r:id="Rfcd5d086fbf34c04"/>
    <p:sldId xmlns:r="http://schemas.openxmlformats.org/officeDocument/2006/relationships" id="267" r:id="R3d3c23dc168b4ad8"/>
    <p:sldId xmlns:r="http://schemas.openxmlformats.org/officeDocument/2006/relationships" id="268" r:id="R5e772760d9e54d7a"/>
    <p:sldId xmlns:r="http://schemas.openxmlformats.org/officeDocument/2006/relationships" id="269" r:id="R80cb90d54415470b"/>
    <p:sldId xmlns:r="http://schemas.openxmlformats.org/officeDocument/2006/relationships" id="270" r:id="R87b1eb20bb36474f"/>
    <p:sldId xmlns:r="http://schemas.openxmlformats.org/officeDocument/2006/relationships" id="271" r:id="Rb9a752975eec45d0"/>
    <p:sldId xmlns:r="http://schemas.openxmlformats.org/officeDocument/2006/relationships" id="272" r:id="Redeac9596e6643d8"/>
    <p:sldId xmlns:r="http://schemas.openxmlformats.org/officeDocument/2006/relationships" id="273" r:id="R70a12c7762394ee6"/>
    <p:sldId xmlns:r="http://schemas.openxmlformats.org/officeDocument/2006/relationships" id="274" r:id="R275f650979d24f1a"/>
    <p:sldId xmlns:r="http://schemas.openxmlformats.org/officeDocument/2006/relationships" id="275" r:id="R6792c1e9de9b4adc"/>
    <p:sldId xmlns:r="http://schemas.openxmlformats.org/officeDocument/2006/relationships" id="276" r:id="Rbee865960da640d9"/>
    <p:sldId xmlns:r="http://schemas.openxmlformats.org/officeDocument/2006/relationships" id="277" r:id="R75c8ca92a0b24299"/>
    <p:sldId xmlns:r="http://schemas.openxmlformats.org/officeDocument/2006/relationships" id="278" r:id="R45f5c08429034bf2"/>
    <p:sldId xmlns:r="http://schemas.openxmlformats.org/officeDocument/2006/relationships" id="279" r:id="R12391b94a1d3477b"/>
    <p:sldId xmlns:r="http://schemas.openxmlformats.org/officeDocument/2006/relationships" id="280" r:id="Rf96e298e77b14d27"/>
    <p:sldId xmlns:r="http://schemas.openxmlformats.org/officeDocument/2006/relationships" id="281" r:id="Rbb8060ea58844add"/>
    <p:sldId xmlns:r="http://schemas.openxmlformats.org/officeDocument/2006/relationships" id="282" r:id="R9d89d62520794333"/>
    <p:sldId xmlns:r="http://schemas.openxmlformats.org/officeDocument/2006/relationships" id="283" r:id="Re61abd9a5a474402"/>
    <p:sldId xmlns:r="http://schemas.openxmlformats.org/officeDocument/2006/relationships" id="284" r:id="Rc02d966cec7c4a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40829a40754527" /><Relationship Type="http://schemas.openxmlformats.org/officeDocument/2006/relationships/slideMaster" Target="/ppt/slideMasters/slideMaster1.xml" Id="Rd1b50e82c8b44dc0" /><Relationship Type="http://schemas.openxmlformats.org/officeDocument/2006/relationships/notesMaster" Target="/ppt/notesMasters/notesMaster1.xml" Id="R145f866fee0348b5" /><Relationship Type="http://schemas.openxmlformats.org/officeDocument/2006/relationships/presProps" Target="/ppt/presProps.xml" Id="R933c0ac3e3924bdc" /><Relationship Type="http://schemas.openxmlformats.org/officeDocument/2006/relationships/tableStyles" Target="/ppt/tableStyles.xml" Id="Rd8874f23c3294620" /><Relationship Type="http://schemas.openxmlformats.org/officeDocument/2006/relationships/slide" Target="/ppt/slides/slide1.xml" Id="R3c680a4c290e477d" /><Relationship Type="http://schemas.openxmlformats.org/officeDocument/2006/relationships/slide" Target="/ppt/slides/slide2.xml" Id="Rdfde860700274d60" /><Relationship Type="http://schemas.openxmlformats.org/officeDocument/2006/relationships/slide" Target="/ppt/slides/slide3.xml" Id="R52696139b6a742a1" /><Relationship Type="http://schemas.openxmlformats.org/officeDocument/2006/relationships/slide" Target="/ppt/slides/slide4.xml" Id="Rfe4db62476c547f2" /><Relationship Type="http://schemas.openxmlformats.org/officeDocument/2006/relationships/slide" Target="/ppt/slides/slide5.xml" Id="R5a66f67e2b2b4d6e" /><Relationship Type="http://schemas.openxmlformats.org/officeDocument/2006/relationships/slide" Target="/ppt/slides/slide6.xml" Id="R938ffd98bfb444da" /><Relationship Type="http://schemas.openxmlformats.org/officeDocument/2006/relationships/slide" Target="/ppt/slides/slide7.xml" Id="R127f53b35e0d4ddf" /><Relationship Type="http://schemas.openxmlformats.org/officeDocument/2006/relationships/slide" Target="/ppt/slides/slide8.xml" Id="Raf4fce941bde48c0" /><Relationship Type="http://schemas.openxmlformats.org/officeDocument/2006/relationships/slide" Target="/ppt/slides/slide9.xml" Id="R24019d247c094f8c" /><Relationship Type="http://schemas.openxmlformats.org/officeDocument/2006/relationships/slide" Target="/ppt/slides/slide10.xml" Id="Rbca4613c3be3469a" /><Relationship Type="http://schemas.openxmlformats.org/officeDocument/2006/relationships/slide" Target="/ppt/slides/slide11.xml" Id="Rfcd5d086fbf34c04" /><Relationship Type="http://schemas.openxmlformats.org/officeDocument/2006/relationships/slide" Target="/ppt/slides/slide12.xml" Id="R3d3c23dc168b4ad8" /><Relationship Type="http://schemas.openxmlformats.org/officeDocument/2006/relationships/slide" Target="/ppt/slides/slide13.xml" Id="R5e772760d9e54d7a" /><Relationship Type="http://schemas.openxmlformats.org/officeDocument/2006/relationships/slide" Target="/ppt/slides/slide14.xml" Id="R80cb90d54415470b" /><Relationship Type="http://schemas.openxmlformats.org/officeDocument/2006/relationships/slide" Target="/ppt/slides/slide15.xml" Id="R87b1eb20bb36474f" /><Relationship Type="http://schemas.openxmlformats.org/officeDocument/2006/relationships/slide" Target="/ppt/slides/slide16.xml" Id="Rb9a752975eec45d0" /><Relationship Type="http://schemas.openxmlformats.org/officeDocument/2006/relationships/slide" Target="/ppt/slides/slide17.xml" Id="Redeac9596e6643d8" /><Relationship Type="http://schemas.openxmlformats.org/officeDocument/2006/relationships/slide" Target="/ppt/slides/slide18.xml" Id="R70a12c7762394ee6" /><Relationship Type="http://schemas.openxmlformats.org/officeDocument/2006/relationships/slide" Target="/ppt/slides/slide19.xml" Id="R275f650979d24f1a" /><Relationship Type="http://schemas.openxmlformats.org/officeDocument/2006/relationships/slide" Target="/ppt/slides/slide20.xml" Id="R6792c1e9de9b4adc" /><Relationship Type="http://schemas.openxmlformats.org/officeDocument/2006/relationships/slide" Target="/ppt/slides/slide21.xml" Id="Rbee865960da640d9" /><Relationship Type="http://schemas.openxmlformats.org/officeDocument/2006/relationships/slide" Target="/ppt/slides/slide22.xml" Id="R75c8ca92a0b24299" /><Relationship Type="http://schemas.openxmlformats.org/officeDocument/2006/relationships/slide" Target="/ppt/slides/slide23.xml" Id="R45f5c08429034bf2" /><Relationship Type="http://schemas.openxmlformats.org/officeDocument/2006/relationships/slide" Target="/ppt/slides/slide24.xml" Id="R12391b94a1d3477b" /><Relationship Type="http://schemas.openxmlformats.org/officeDocument/2006/relationships/slide" Target="/ppt/slides/slide25.xml" Id="Rf96e298e77b14d27" /><Relationship Type="http://schemas.openxmlformats.org/officeDocument/2006/relationships/slide" Target="/ppt/slides/slide26.xml" Id="Rbb8060ea58844add" /><Relationship Type="http://schemas.openxmlformats.org/officeDocument/2006/relationships/slide" Target="/ppt/slides/slide27.xml" Id="R9d89d62520794333" /><Relationship Type="http://schemas.openxmlformats.org/officeDocument/2006/relationships/slide" Target="/ppt/slides/slide28.xml" Id="Re61abd9a5a474402" /><Relationship Type="http://schemas.openxmlformats.org/officeDocument/2006/relationships/slide" Target="/ppt/slides/slide29.xml" Id="Rc02d966cec7c4a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4866be2df64c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f9ea46db454aa9" /><Relationship Type="http://schemas.openxmlformats.org/officeDocument/2006/relationships/notesMaster" Target="/ppt/notesMasters/notesMaster1.xml" Id="Rb6228333289143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39dfa845254f1f" /><Relationship Type="http://schemas.openxmlformats.org/officeDocument/2006/relationships/notesMaster" Target="/ppt/notesMasters/notesMaster1.xml" Id="Rbe5a17b0befd40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04ed76c0f44a66" /><Relationship Type="http://schemas.openxmlformats.org/officeDocument/2006/relationships/notesMaster" Target="/ppt/notesMasters/notesMaster1.xml" Id="Re8eeb09382e042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e8074f26404410" /><Relationship Type="http://schemas.openxmlformats.org/officeDocument/2006/relationships/notesMaster" Target="/ppt/notesMasters/notesMaster1.xml" Id="R50e00ea289df40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b6b68f4f134dfd" /><Relationship Type="http://schemas.openxmlformats.org/officeDocument/2006/relationships/notesMaster" Target="/ppt/notesMasters/notesMaster1.xml" Id="Rd78f6109d94f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076d3551764f31" /><Relationship Type="http://schemas.openxmlformats.org/officeDocument/2006/relationships/notesMaster" Target="/ppt/notesMasters/notesMaster1.xml" Id="Rc204a3a631d54f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7847011ce24837" /><Relationship Type="http://schemas.openxmlformats.org/officeDocument/2006/relationships/notesMaster" Target="/ppt/notesMasters/notesMaster1.xml" Id="R54753ef22da64e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e9a47439f0481a" /><Relationship Type="http://schemas.openxmlformats.org/officeDocument/2006/relationships/notesMaster" Target="/ppt/notesMasters/notesMaster1.xml" Id="R585dfd762c0645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74c64033344bc8" /><Relationship Type="http://schemas.openxmlformats.org/officeDocument/2006/relationships/notesMaster" Target="/ppt/notesMasters/notesMaster1.xml" Id="R623816c6782948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565330cde14ab5" /><Relationship Type="http://schemas.openxmlformats.org/officeDocument/2006/relationships/notesMaster" Target="/ppt/notesMasters/notesMaster1.xml" Id="R11741d90d4ab4a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0f02ecb4404d42" /><Relationship Type="http://schemas.openxmlformats.org/officeDocument/2006/relationships/notesMaster" Target="/ppt/notesMasters/notesMaster1.xml" Id="R5fd0f74152364e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25737027924a2c" /><Relationship Type="http://schemas.openxmlformats.org/officeDocument/2006/relationships/notesMaster" Target="/ppt/notesMasters/notesMaster1.xml" Id="Rcd921db6982842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37a350b5c54317" /><Relationship Type="http://schemas.openxmlformats.org/officeDocument/2006/relationships/notesMaster" Target="/ppt/notesMasters/notesMaster1.xml" Id="Rb34d961c0fdd48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7f8fe44ffe4604" /><Relationship Type="http://schemas.openxmlformats.org/officeDocument/2006/relationships/notesMaster" Target="/ppt/notesMasters/notesMaster1.xml" Id="R9997274e92aa4f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4a926370cf49e8" /><Relationship Type="http://schemas.openxmlformats.org/officeDocument/2006/relationships/notesMaster" Target="/ppt/notesMasters/notesMaster1.xml" Id="R5f4f3c15575944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8362a2369041fd" /><Relationship Type="http://schemas.openxmlformats.org/officeDocument/2006/relationships/notesMaster" Target="/ppt/notesMasters/notesMaster1.xml" Id="Rad726c6a9b2f4e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315d3343f4418e" /><Relationship Type="http://schemas.openxmlformats.org/officeDocument/2006/relationships/notesMaster" Target="/ppt/notesMasters/notesMaster1.xml" Id="R75e319420f3c49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0c1d483e314f6b" /><Relationship Type="http://schemas.openxmlformats.org/officeDocument/2006/relationships/notesMaster" Target="/ppt/notesMasters/notesMaster1.xml" Id="R954799b59bb748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546eb00b1046c4" /><Relationship Type="http://schemas.openxmlformats.org/officeDocument/2006/relationships/notesMaster" Target="/ppt/notesMasters/notesMaster1.xml" Id="R1d11db6bbc7f48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d8584bfb6d4f81" /><Relationship Type="http://schemas.openxmlformats.org/officeDocument/2006/relationships/notesMaster" Target="/ppt/notesMasters/notesMaster1.xml" Id="Rfcb16fcf3afd41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a60762782d4970" /><Relationship Type="http://schemas.openxmlformats.org/officeDocument/2006/relationships/notesMaster" Target="/ppt/notesMasters/notesMaster1.xml" Id="Ra102b8776a054a4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ca972a10a84d8d" /><Relationship Type="http://schemas.openxmlformats.org/officeDocument/2006/relationships/notesMaster" Target="/ppt/notesMasters/notesMaster1.xml" Id="Rc58bc80b6a7647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b3e2d3b440644dd" /><Relationship Type="http://schemas.openxmlformats.org/officeDocument/2006/relationships/notesMaster" Target="/ppt/notesMasters/notesMaster1.xml" Id="Rae930fa7a03046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382f43d64914fc6" /><Relationship Type="http://schemas.openxmlformats.org/officeDocument/2006/relationships/notesMaster" Target="/ppt/notesMasters/notesMaster1.xml" Id="R65f4b90951ee4e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5d3f0fb26f4728" /><Relationship Type="http://schemas.openxmlformats.org/officeDocument/2006/relationships/notesMaster" Target="/ppt/notesMasters/notesMaster1.xml" Id="Rb113973f5b3f46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2802de987db4182" /><Relationship Type="http://schemas.openxmlformats.org/officeDocument/2006/relationships/notesMaster" Target="/ppt/notesMasters/notesMaster1.xml" Id="R9608db77992746b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b679ac237bf4326" /><Relationship Type="http://schemas.openxmlformats.org/officeDocument/2006/relationships/notesMaster" Target="/ppt/notesMasters/notesMaster1.xml" Id="R7513f9cc6da645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d88988e19b24b2c" /><Relationship Type="http://schemas.openxmlformats.org/officeDocument/2006/relationships/notesMaster" Target="/ppt/notesMasters/notesMaster1.xml" Id="R7774385dcb1943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7ec6c7719cd4021" /><Relationship Type="http://schemas.openxmlformats.org/officeDocument/2006/relationships/notesMaster" Target="/ppt/notesMasters/notesMaster1.xml" Id="R84d87def6a334f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C:\Users\eason1288\Documents\上課資料夾\紫微斗數課程\紫微斗數_第6堂_學生講義.docx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208507ba94b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346b6e38394276" /><Relationship Type="http://schemas.openxmlformats.org/officeDocument/2006/relationships/slideLayout" Target="/ppt/slideLayouts/slideLayout1.xml" Id="R64eacb6f893949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eacb6f893949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b6518f14f4e25" /><Relationship Type="http://schemas.openxmlformats.org/officeDocument/2006/relationships/notesSlide" Target="/ppt/notesSlides/notesSlide1.xml" Id="Rd2718e0e011a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6bfaaffd94f1f" /><Relationship Type="http://schemas.openxmlformats.org/officeDocument/2006/relationships/notesSlide" Target="/ppt/notesSlides/notesSlide2.xml" Id="R99fa3c6ca5ce4a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1109942540cc" /><Relationship Type="http://schemas.openxmlformats.org/officeDocument/2006/relationships/notesSlide" Target="/ppt/notesSlides/notesSlide3.xml" Id="Raf2649361aad4a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98885c1f7456b" /><Relationship Type="http://schemas.openxmlformats.org/officeDocument/2006/relationships/notesSlide" Target="/ppt/notesSlides/notesSlide4.xml" Id="R3fd7d287549f48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5d5e55f094133" /><Relationship Type="http://schemas.openxmlformats.org/officeDocument/2006/relationships/notesSlide" Target="/ppt/notesSlides/notesSlide5.xml" Id="R3b4cbab30ed648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b629f175547d8" /><Relationship Type="http://schemas.openxmlformats.org/officeDocument/2006/relationships/notesSlide" Target="/ppt/notesSlides/notesSlide6.xml" Id="Re5b91eb9715145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c769d002e4590" /><Relationship Type="http://schemas.openxmlformats.org/officeDocument/2006/relationships/notesSlide" Target="/ppt/notesSlides/notesSlide7.xml" Id="R24db14c0810546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87bd7d27b40c7" /><Relationship Type="http://schemas.openxmlformats.org/officeDocument/2006/relationships/notesSlide" Target="/ppt/notesSlides/notesSlide8.xml" Id="R62515530855142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b85aae55941a1" /><Relationship Type="http://schemas.openxmlformats.org/officeDocument/2006/relationships/notesSlide" Target="/ppt/notesSlides/notesSlide9.xml" Id="R6077c061744246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b5a875e4849a1" /><Relationship Type="http://schemas.openxmlformats.org/officeDocument/2006/relationships/notesSlide" Target="/ppt/notesSlides/notesSlide10.xml" Id="Re6507872e52b47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33e8950b47c9" /><Relationship Type="http://schemas.openxmlformats.org/officeDocument/2006/relationships/notesSlide" Target="/ppt/notesSlides/notesSlide11.xml" Id="R08e3533bb11f4e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b1c5518af466c" /><Relationship Type="http://schemas.openxmlformats.org/officeDocument/2006/relationships/notesSlide" Target="/ppt/notesSlides/notesSlide12.xml" Id="R874590716ba142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a0d6dbb6548fc" /><Relationship Type="http://schemas.openxmlformats.org/officeDocument/2006/relationships/notesSlide" Target="/ppt/notesSlides/notesSlide13.xml" Id="R2c49d5dc9a2a41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72e33983148fd" /><Relationship Type="http://schemas.openxmlformats.org/officeDocument/2006/relationships/notesSlide" Target="/ppt/notesSlides/notesSlide14.xml" Id="R1b013254b54a42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4ce2030074b1a" /><Relationship Type="http://schemas.openxmlformats.org/officeDocument/2006/relationships/notesSlide" Target="/ppt/notesSlides/notesSlide15.xml" Id="R5bcbca74fb9e45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d8d520fcd46af" /><Relationship Type="http://schemas.openxmlformats.org/officeDocument/2006/relationships/notesSlide" Target="/ppt/notesSlides/notesSlide16.xml" Id="Rb0f672346e414f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6718e4201432a" /><Relationship Type="http://schemas.openxmlformats.org/officeDocument/2006/relationships/notesSlide" Target="/ppt/notesSlides/notesSlide17.xml" Id="Re1aa3dbd70bc4a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c230763874467" /><Relationship Type="http://schemas.openxmlformats.org/officeDocument/2006/relationships/notesSlide" Target="/ppt/notesSlides/notesSlide18.xml" Id="Rc3cbb7ca85444e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3683f4c9b4ab7" /><Relationship Type="http://schemas.openxmlformats.org/officeDocument/2006/relationships/notesSlide" Target="/ppt/notesSlides/notesSlide19.xml" Id="R581220043c814c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ffbc58b39414d" /><Relationship Type="http://schemas.openxmlformats.org/officeDocument/2006/relationships/notesSlide" Target="/ppt/notesSlides/notesSlide20.xml" Id="Rb0b5950168de4e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a7dc1f7274cb6" /><Relationship Type="http://schemas.openxmlformats.org/officeDocument/2006/relationships/notesSlide" Target="/ppt/notesSlides/notesSlide21.xml" Id="Re8b5a9d6e3464c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bbd774b7047fe" /><Relationship Type="http://schemas.openxmlformats.org/officeDocument/2006/relationships/notesSlide" Target="/ppt/notesSlides/notesSlide22.xml" Id="R5e885f74100341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347fd74bd4f00" /><Relationship Type="http://schemas.openxmlformats.org/officeDocument/2006/relationships/notesSlide" Target="/ppt/notesSlides/notesSlide23.xml" Id="R125f1a31899b4a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058bb6def4401" /><Relationship Type="http://schemas.openxmlformats.org/officeDocument/2006/relationships/notesSlide" Target="/ppt/notesSlides/notesSlide24.xml" Id="R134457525bc44e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fdeb0096e48f9" /><Relationship Type="http://schemas.openxmlformats.org/officeDocument/2006/relationships/notesSlide" Target="/ppt/notesSlides/notesSlide25.xml" Id="R1e88c6ce006a424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cd9a5b0a04f83" /><Relationship Type="http://schemas.openxmlformats.org/officeDocument/2006/relationships/notesSlide" Target="/ppt/notesSlides/notesSlide26.xml" Id="Rd19a09fc01724c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fca0df4b44125" /><Relationship Type="http://schemas.openxmlformats.org/officeDocument/2006/relationships/notesSlide" Target="/ppt/notesSlides/notesSlide27.xml" Id="R48ec0b1773d843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b5c7275684f4f" /><Relationship Type="http://schemas.openxmlformats.org/officeDocument/2006/relationships/notesSlide" Target="/ppt/notesSlides/notesSlide28.xml" Id="Ra184a7f67607475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8d8b967154950" /><Relationship Type="http://schemas.openxmlformats.org/officeDocument/2006/relationships/notesSlide" Target="/ppt/notesSlides/notesSlide29.xml" Id="R2941ac6aafee48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11096-22B3-4E0B-B951-5C4D852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24510-3E91-4421-BC13-41F4C5A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E2474-018E-4256-B81F-24D2E9D2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5ACFC-B644-4443-9DFA-CEFF249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六吉六煞與輔佐諸曜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6D896-13FD-4D35-85D1-77A7D5D2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第6堂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CE347-C016-4344-9674-DA35844F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壹、總論:輔佐星決定主星的成敗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十四主星是「演員」,六吉六煞與雜曜則是決定這場戲好壞的「配角與道具」。同樣一顆主星,身邊有吉星輔佐則如虎添翼,身邊煞忌交攻則處處掣肘。因此,論一張盤的層次高低,一半看主星格局,一半看輔佐星的分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8BA13-85B6-4693-A2AB-15C87963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1782762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21ECE-50D5-4AB8-ADD7-191C94B9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D5463-C25E-4FBD-8B22-C5392FA4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01A8F-6206-4673-9A08-2D6D584F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掌握六吉星的性質與「成雙成對」的重要性。 2. 掌握六煞星的破壞形態,更要理解煞星的「正用」。 3. 學會判斷煞星有無「制」與「化」,不見煞就斷凶。 4. 認識各種夾宮(魁鉞夾、昌曲夾、羊陀夾、火鈴夾、空劫夾)。 5. 能在自己的命盤上評估三方四正的助力與阻力。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CE65C-7F97-41C9-9C91-AD239399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002</a:t>
            </a:r>
          </a:p>
        </p:txBody>
      </p:sp>
    </p:spTree>
    <p:extLst>
      <p:ext uri="{BB962C8B-B14F-4D97-AF65-F5344CB8AC3E}">
        <p14:creationId xmlns:p14="http://schemas.microsoft.com/office/powerpoint/2010/main" val="1771699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C5BCD-7E40-462A-85E6-4D264A9A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F1C51-8C92-433E-91BB-74F43D6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壹、總論:輔佐星決定主星的成敗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4584A-8D0C-496E-A0DE-7E86F385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8531F-20D9-4C28-991E-18A867AE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2EA83-C550-44C5-8A37-7E6A8196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四主星是「演員」,六吉六煞與雜曜則是決定這場戲好壞的「配角與道具」。同樣一顆主星,身邊有吉星輔佐則如虎添翼,身邊煞忌交攻則處處掣肘。因此,論一張盤的層次高低,一半看主星格局,一半看輔佐星的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六吉星主「助力、貴人、才華、機遇」;六煞星主「阻力、磨難、衝擊」,但也主「開創、專技、爆發」。兩者不是單純的好壞,而是能量的方向與強弱——這正是本堂要建立的核心觀念。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4F6A3-2E90-4AC4-8355-B0B84467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003</a:t>
            </a:r>
          </a:p>
        </p:txBody>
      </p:sp>
    </p:spTree>
    <p:extLst>
      <p:ext uri="{BB962C8B-B14F-4D97-AF65-F5344CB8AC3E}">
        <p14:creationId xmlns:p14="http://schemas.microsoft.com/office/powerpoint/2010/main" val="350069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95F3B-66B6-4B5D-931A-5AC338B7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84988-8E3C-4B4B-BFF7-F2501C6B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貳、六吉星 · 助力與貴人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1415F-E545-48EB-ADC1-C9674AA1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成對之要 六吉分三對:左輔—右弼、文昌—文曲、天魁—天鉞。吉星最重「成雙」:一對俱全來會,助力才完整;單見一顆,謂之「單守」,美中不足、助力打折。論貴人,先看是否成對來拱。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30DF-E36A-4160-93C9-0AEA438C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004</a:t>
            </a:r>
          </a:p>
        </p:txBody>
      </p:sp>
    </p:spTree>
    <p:extLst>
      <p:ext uri="{BB962C8B-B14F-4D97-AF65-F5344CB8AC3E}">
        <p14:creationId xmlns:p14="http://schemas.microsoft.com/office/powerpoint/2010/main" val="1342182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86DB3-AAAB-406C-A0EA-84107BA3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E5710-1417-4E76-BBB3-9C528CF0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一、左輔 · 右弼 —— 平輩助力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1F8A0-29CC-46D2-AD96-FED6D150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14DE3-3832-4CA3-ACFB-8BD02274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B8D37-BB8A-4351-BAFE-0BF271E6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安星依據 左輔右弼依「生月」安星,一順一逆分佈。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左輔、右弼是最純粹的「助力星」,象徵平輩的貴人、部屬、朋友的實質幫忙與襄助。坐命身或會照命宮,主一生多得人助、做事有人相挺、領導有班底。左輔偏於實務行動之助,右弼偏於情義暗中之助。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輔弼最喜輔佐紫微等主星成「百官朝拱」;若主星無輔弼,縱使貴為帝星也是「孤君」。輔弼也主「多」——在夫妻、桃花之地,反主感情多頭、易有第三者介入,須留意。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2C6A9-9A25-4E12-B085-5C4A3A34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005</a:t>
            </a:r>
          </a:p>
        </p:txBody>
      </p:sp>
    </p:spTree>
    <p:extLst>
      <p:ext uri="{BB962C8B-B14F-4D97-AF65-F5344CB8AC3E}">
        <p14:creationId xmlns:p14="http://schemas.microsoft.com/office/powerpoint/2010/main" val="1130681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782A8-19E5-49B2-B04C-557B20D5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3C361-3E91-412D-BD27-763F5AB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一、左輔 · 右弼 —— 平輩助力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82D1D-969F-4EB4-82EB-BEC4A097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性質 · 喜忌 · 正用 性質:平輩助力、部屬人脈、實質幫襯。 喜:成對會命、身、官,主得力、有班底、能成事。 忌:單守則美中不足;入夫妻/桃花宮反主感情多頭。 正用:領導、管理、需要團隊與人脈的行業。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CF8C0-1A8C-42E3-8736-2ABC03AF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006</a:t>
            </a:r>
          </a:p>
        </p:txBody>
      </p:sp>
    </p:spTree>
    <p:extLst>
      <p:ext uri="{BB962C8B-B14F-4D97-AF65-F5344CB8AC3E}">
        <p14:creationId xmlns:p14="http://schemas.microsoft.com/office/powerpoint/2010/main" val="992476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351D7-E552-4F2E-A2BE-5D68225A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BC848-0045-42F0-94B0-4F3EFE0D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二、文昌 · 文曲 —— 才華科名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C661D-0877-4A4E-B054-B33B0533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47563-F477-4CFE-BA3C-DB87CF61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1BFC6-A3D6-4A73-B7D4-B222C82D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安星依據 文昌依「生時」安、文曲依「生時」安(方向相反)。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文昌、文曲主文采、才華、科名、文書與聰明。文昌偏於正統文書、學術、考試、條理(近「理」);文曲偏於口才、才藝、藝術、感性(近「情」)。會命主聰明多才、利讀書考試、近文教藝術。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昌曲亦帶「文桃花」之性:落於夫妻、桃花宮或逢煞,主風流多情、感情細膩易生波。昌曲最忌落陷、逢空劫化忌,則聰明反被聰明誤、文書失誤、巧藝成空。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034D6-57A5-442C-8044-16617E32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007</a:t>
            </a:r>
          </a:p>
        </p:txBody>
      </p:sp>
    </p:spTree>
    <p:extLst>
      <p:ext uri="{BB962C8B-B14F-4D97-AF65-F5344CB8AC3E}">
        <p14:creationId xmlns:p14="http://schemas.microsoft.com/office/powerpoint/2010/main" val="1357587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1D2CE-B6F7-45B3-8BE1-8A402273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7F8C1-D7FF-4D40-B42B-56455F79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二、文昌 · 文曲 —— 才華科名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111FA-F3D0-4B85-B8F1-A21554B4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性質 · 喜忌 · 正用 性質:文采、科名、才藝、文書、聰明。 喜:廟旺會命,利考試功名;成「陽梁昌祿」尤佳。 忌:落陷、化忌(文昌辛化忌/文曲己化忌)主文書糾紛;入桃花地主風流。 正用:文教、學術、藝術、考試、企劃、專業證照。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5548C-F2BA-4208-8FC4-3E6CF0AC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008</a:t>
            </a:r>
          </a:p>
        </p:txBody>
      </p:sp>
    </p:spTree>
    <p:extLst>
      <p:ext uri="{BB962C8B-B14F-4D97-AF65-F5344CB8AC3E}">
        <p14:creationId xmlns:p14="http://schemas.microsoft.com/office/powerpoint/2010/main" val="2000737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0C190-1A9A-4FBD-B2FD-3EE59F85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AC94B-409B-463C-AEE0-BE8E166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三、天魁 · 天鉞 —— 天乙貴人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39B34-AB99-4124-8E01-A35242D2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7131C-44B7-46C4-AA4C-324FE29D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60B6B-3B64-4D54-B32B-B999B9C9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安星依據 天魁天鉞依「生年天干」安,天魁為晝貴、天鉞為夜貴。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天魁、天鉞是「天乙貴人」,主機遇、提拔與逢凶化吉的貴人運,尤指長輩、上司、有力人士的暗中相助。與輔弼(平輩之助)不同,魁鉞多為「上對下」的提攜與關鍵時刻的貴人。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魁鉞會命,一生逢難有救、遇貴得提;夾命(魁鉞夾)更是難得的貴格。天鉞亦帶桃花之性,女命魁鉞多者,異性緣與貴人緣皆旺。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43B10-7A73-4A82-91D4-51F71300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009</a:t>
            </a:r>
          </a:p>
        </p:txBody>
      </p:sp>
    </p:spTree>
    <p:extLst>
      <p:ext uri="{BB962C8B-B14F-4D97-AF65-F5344CB8AC3E}">
        <p14:creationId xmlns:p14="http://schemas.microsoft.com/office/powerpoint/2010/main" val="1823661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DDF37-CB33-42F6-B3C0-91051EBB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B9062-FFDF-4B6C-AB2E-EA70F6C1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三、天魁 · 天鉞 —— 天乙貴人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981DD-0417-4165-9051-3F668C87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性質 · 喜忌 · 正用 性質:長上貴人、提拔、機遇、逢凶化吉。 喜:會命或魁鉞夾命,主貴人扶持、關鍵得救。 忌:落空亡則貴人虛而不實;天鉞入桃花地帶感情。 正用:需要貴人提攜、機遇型的發展(仕途、公門、大企業)。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89E11-D492-477A-B195-4E9D494F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010</a:t>
            </a:r>
          </a:p>
        </p:txBody>
      </p:sp>
    </p:spTree>
    <p:extLst>
      <p:ext uri="{BB962C8B-B14F-4D97-AF65-F5344CB8AC3E}">
        <p14:creationId xmlns:p14="http://schemas.microsoft.com/office/powerpoint/2010/main" val="184305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FFE76-7229-47CB-9FE8-B17D929A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B6747-B9E3-4FD9-A04C-08C30BBA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參、六煞星 · 阻力與開創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0E360-402B-49AD-9D71-940D2F8D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E5A12-4C83-419F-AF2B-BA6FC481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0C420-66A8-4F50-9591-1440546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六煞分三對:擎羊—陀羅、火星—鈴星、地空—地劫。煞星主衝擊與磨難,但每一顆都有「破壞面」與「建設面」兩張臉,關鍵在得不得制化、用不用得其所。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6C859-BA5A-4963-B810-D7B9D025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011</a:t>
            </a:r>
          </a:p>
        </p:txBody>
      </p:sp>
    </p:spTree>
    <p:extLst>
      <p:ext uri="{BB962C8B-B14F-4D97-AF65-F5344CB8AC3E}">
        <p14:creationId xmlns:p14="http://schemas.microsoft.com/office/powerpoint/2010/main" val="9442579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A0A07-CB67-42F1-8189-D5A9C446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45156-FEF5-4FB0-BBAF-3669A88E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一、擎羊 · 陀羅 —— 刑傷與磨練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325A5-EDA2-483D-BE8F-1AC0E012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6DA53-5300-4FA2-9255-6EA7855E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AC07F-A658-4152-88F6-BA05B0F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安星依據 擎羊、陀羅永遠夾在「祿存」的前後兩宮,依生年干而定(祿前為羊、祿後為陀)。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擎羊(羊刃)性剛烈外顯,主血光、刀傷、手術、競爭、衝突,也主開創的銳氣與決斷。陀羅性陰沉內耗,主拖延、糾纏、暗損、反覆、舊疾。羊如「明刀」、陀如「暗箭」——一個傷得快、一個磨得久。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羊陀是煞中之要,得用則為專業之刃:外科、軍警、競技、機械、金屬、生死交關之業,反需羊刃有力。逢主星廟旺、有祿相制,則化刀傷為專技;逢落陷無制,方論刑傷破敗。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CAF2C-CEBA-4EA0-88BA-CCCC32B9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012</a:t>
            </a:r>
          </a:p>
        </p:txBody>
      </p:sp>
    </p:spTree>
    <p:extLst>
      <p:ext uri="{BB962C8B-B14F-4D97-AF65-F5344CB8AC3E}">
        <p14:creationId xmlns:p14="http://schemas.microsoft.com/office/powerpoint/2010/main" val="1990442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FE127-3429-4C7E-8401-00D70C24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B236C-0221-44FF-AB73-2F8DCF15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一、擎羊 · 陀羅 —— 刑傷與磨練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E94BE-7B5C-476E-A522-1AAD2E63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性質 · 喜忌 · 正用 性質:擎羊=明傷血光競爭;陀羅=暗損拖磨舊疾。 喜:得廟旺主星、化祿相制,轉為專技、決斷、開創。 忌:落陷無制主刑傷破財;羊陀夾忌為敗局。 正用:外科、軍警、競技、機械、金屬、專業技術。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ED2E8-DC7C-4091-AFBF-BEAE9F21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013</a:t>
            </a:r>
          </a:p>
        </p:txBody>
      </p:sp>
    </p:spTree>
    <p:extLst>
      <p:ext uri="{BB962C8B-B14F-4D97-AF65-F5344CB8AC3E}">
        <p14:creationId xmlns:p14="http://schemas.microsoft.com/office/powerpoint/2010/main" val="17536006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73734-BCB2-4F73-8DBA-178CB258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9BCEC-532A-43AB-A194-0E0781B0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二、火星 · 鈴星 —— 爆發與急躁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34B2B-8F7B-484E-B160-E475824E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6FF04-9E32-4FF3-9F55-259855B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7481B-542E-45C0-A7F9-56DCA234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安星依據 火星、鈴星依「生年支」與「生時」安星。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火星主明烈、急躁、突發,如乾柴烈火,來得快去得也快;鈴星主陰烈、悶燒、深沉,如暗火燜燒,傷在內裡。二者主性情剛急、易怒、意外、突變,也主爆發力與行動速度。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火鈴最著名的正用,是與貪狼同會成「火貪、鈴貪」暴發格,主橫發資財、事業驟起;與主星得地相配,則為衝勁與執行力。逢落陷無制,則主火爆招災、意外、有始無終。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CD419-BFCD-4FBF-BBF6-A7751298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014</a:t>
            </a:r>
          </a:p>
        </p:txBody>
      </p:sp>
    </p:spTree>
    <p:extLst>
      <p:ext uri="{BB962C8B-B14F-4D97-AF65-F5344CB8AC3E}">
        <p14:creationId xmlns:p14="http://schemas.microsoft.com/office/powerpoint/2010/main" val="6025429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82396-C6B3-4468-8729-78F7AE76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756F2-2FE8-4045-AD2A-E50AF4A6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二、火星 · 鈴星 —— 爆發與急躁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1A262-959F-411E-B0EC-966EC66D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性質 · 喜忌 · 正用 性質:火星=明烈急發;鈴星=陰烈悶燒。 喜:會貪狼成火貪/鈴貪暴發格;主衝勁執行力。 忌:落陷無制主火爆意外、有頭無尾;火鈴夾命凶。 正用:業務、開創、競技、須爆發力與速度之業。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66D13-B8A6-41A0-8B75-E2BB5F30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015</a:t>
            </a:r>
          </a:p>
        </p:txBody>
      </p:sp>
    </p:spTree>
    <p:extLst>
      <p:ext uri="{BB962C8B-B14F-4D97-AF65-F5344CB8AC3E}">
        <p14:creationId xmlns:p14="http://schemas.microsoft.com/office/powerpoint/2010/main" val="5269597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89E06-5B0E-4117-B84A-6EDCE683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74F77-493B-4C68-B10B-7DC0A18F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三、地空 · 地劫 —— 空想與破耗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23708-3378-4167-A3FB-66D7D19F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A583D-E473-445D-947C-195700C8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FE834-55B8-4607-8DC2-AC496AA3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安星依據 地空、地劫依「生時」安星。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地空主空想、玄思、超脫,凡事往「無」處想;地劫主破耗、劫財、意外損失,凡事往「失」處走。二者主錢財難聚、計畫落空、想法不切實際,是十四煞曜中最損財、也最帶「出世」色彩的一對。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空劫的正用在「精神與創造」:與貪狼、天機等會,主宗教、玄學、哲學、藝術、發明創意——「空劫入命,不宜經商,宜就空門技藝」。逢財宮則主財來成空、宜以技藝立身,不宜投機與週轉。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44F80-AEE5-4E66-9E04-C74939BF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016</a:t>
            </a:r>
          </a:p>
        </p:txBody>
      </p:sp>
    </p:spTree>
    <p:extLst>
      <p:ext uri="{BB962C8B-B14F-4D97-AF65-F5344CB8AC3E}">
        <p14:creationId xmlns:p14="http://schemas.microsoft.com/office/powerpoint/2010/main" val="13850436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96EBF-05D1-4311-B15C-0FE3D52D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B64EA-A666-47F0-98C4-99C8F71B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三、地空 · 地劫 —— 空想與破耗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AF574-D1E7-4A38-8D56-9A34222B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性質 · 喜忌 · 正用 性質:地空=空想超脫;地劫=破耗劫財。 喜:會貪機成宗教玄學藝術之才;主創意悟性。 忌:入命財主財空計畫落空;不宜經商投機週轉。 正用:宗教、玄學、哲學、藝術、發明、專門技藝。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4B891-BB20-441F-A432-82540BE6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017</a:t>
            </a:r>
          </a:p>
        </p:txBody>
      </p:sp>
    </p:spTree>
    <p:extLst>
      <p:ext uri="{BB962C8B-B14F-4D97-AF65-F5344CB8AC3E}">
        <p14:creationId xmlns:p14="http://schemas.microsoft.com/office/powerpoint/2010/main" val="15058322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EE53D-E174-43AF-9880-EDB165D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4D4E1-82B9-4B25-9CCD-E6249A97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肆、煞星的「制」與「化」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EDB01-BB1E-418D-9699-B0B26767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B795B-4A58-46F7-B37F-620599A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5EFC1-07E2-4BF3-9AE2-A7DD1141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這是本堂最重要的判斷準則。見煞不可立刻斷凶,要先問三件事: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一問廟旺 煞星所在與所會的主星是否廟旺?廟旺主星能「駕馭」煞星,化衝擊為力量;落陷主星被煞所制,方顯其凶。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二問制化 有無吉星、化祿、祿存來「制」煞、來「化」煞?得祿相制,羊刃成專技、火鈴成衝勁;逢吉來會,煞氣轉為磨練後的成就。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三問得用 此人所行之業,是否正需要這股煞氣?外科需羊刃、業務需火鈴、修行需空劫。煞得其用,即為助力。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4C3D6-37A9-4521-8236-0AC32A9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018</a:t>
            </a:r>
          </a:p>
        </p:txBody>
      </p:sp>
    </p:spTree>
    <p:extLst>
      <p:ext uri="{BB962C8B-B14F-4D97-AF65-F5344CB8AC3E}">
        <p14:creationId xmlns:p14="http://schemas.microsoft.com/office/powerpoint/2010/main" val="12098878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2F6C2-0704-405B-A74B-2E96B40F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B02DB-B243-4CB9-8606-0804CB16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肆、煞星的「制」與「化」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81BA8-FA28-46E1-A1F1-0574CBA0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「煞星不全是壞星。」羊陀火鈴用得好,是專業技術、是衝勁、是開創力——外科醫師、軍警、頂尖業務、運動員的盤,往往煞星有力而得制。見煞先問:有制、有化、得用否?三者俱無,才論其凶。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CD1C9-8745-49D7-9C64-9EFC01F0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019</a:t>
            </a:r>
          </a:p>
        </p:txBody>
      </p:sp>
    </p:spTree>
    <p:extLst>
      <p:ext uri="{BB962C8B-B14F-4D97-AF65-F5344CB8AC3E}">
        <p14:creationId xmlns:p14="http://schemas.microsoft.com/office/powerpoint/2010/main" val="3607662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6B4FF-9285-4F3A-B6CE-2D9AF2A4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7DC12-2EC5-4C48-9A2E-0387E0A1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伍、夾宮取象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6426E-1B15-4074-8087-F58640CD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36A6B-F8B6-409A-AE35-156DB9A5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99601-F054-450B-95B4-CA5FD176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當某一宮被左右兩鄰宮的星曜相夾,會對本宮產生額外影響,稱「夾宮」。夾宮吉則錦上添花,夾凶則雪上加霜: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2DB71-1178-481D-B6AC-40872675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020</a:t>
            </a:r>
          </a:p>
        </p:txBody>
      </p:sp>
    </p:spTree>
    <p:extLst>
      <p:ext uri="{BB962C8B-B14F-4D97-AF65-F5344CB8AC3E}">
        <p14:creationId xmlns:p14="http://schemas.microsoft.com/office/powerpoint/2010/main" val="8951039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88C48-7FC1-4E4D-84DB-AAD1EB86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04129-DDAC-4DD1-8CCB-F0A8DE0D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伍、夾宮取象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34B61-2FAF-416B-8C8A-BA07075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夾宮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組成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吉凶與取象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魁鉞夾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天魁、天鉞夾本宮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大吉。貴人夾持、逢凶化吉、多得提拔。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昌曲夾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文昌、文曲夾本宮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吉。文采科名、聰明才藝、利文教考試。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輔弼夾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左輔、右弼夾本宮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吉。平輩助力、有班底、做事有人挺。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祿馬 / 財蔭夾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祿存(化祿)、天馬 或 化祿夾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吉。財氣豐厚、財源流動(財蔭夾印主富)。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羊陀夾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擎羊、陀羅夾本宮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凶。進退維谷、明暗交攻;夾忌尤劇。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火鈴夾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火星、鈴星夾本宮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凶。性急招災、內外煎熬、易生意外。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空劫夾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地空、地劫夾本宮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凶。財空計落、精神空虛、諸事成空。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73D71-5B4E-453D-9C35-9E215451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021</a:t>
            </a:r>
          </a:p>
        </p:txBody>
      </p:sp>
    </p:spTree>
    <p:extLst>
      <p:ext uri="{BB962C8B-B14F-4D97-AF65-F5344CB8AC3E}">
        <p14:creationId xmlns:p14="http://schemas.microsoft.com/office/powerpoint/2010/main" val="1006408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30AF5-7D11-4C08-9998-1641834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90242-FF05-4192-87B2-5FE081F3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伍、夾宮取象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3A214-1520-4B0B-A9E8-F332B427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2AACB-CDD9-4196-B5E2-12C3A1E4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685FE-9E8F-402E-B68F-2A8CA811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特別注意「羊陀夾忌」——當生年化忌之宮又被擎羊陀羅所夾,是明暗煞氣夾攻一個「執著虧欠」之處,為典型敗局,第十堂會專講。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F220C-8144-42C0-B945-EB1A811B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022</a:t>
            </a:r>
          </a:p>
        </p:txBody>
      </p:sp>
    </p:spTree>
    <p:extLst>
      <p:ext uri="{BB962C8B-B14F-4D97-AF65-F5344CB8AC3E}">
        <p14:creationId xmlns:p14="http://schemas.microsoft.com/office/powerpoint/2010/main" val="18281755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D9BDC-33B8-42EA-BA23-40576F0A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A33D9-71CE-450C-B67A-C5260631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陸、六吉六煞速查表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AE07B-AAB2-4E2C-A2BE-E209B61D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星曜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安星依據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性質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得用 / 最忌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左輔右弼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生月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平輩助力、部屬人脈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成對得力 / 單守打折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文昌文曲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生時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文采科名、才藝文書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廟旺利考 / 陷逢忌失誤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天魁天鉞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生年干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長上貴人、機遇提拔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會夾命得貴 / 落空虛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擎羊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祿前一位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明傷、血光、競爭、決斷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制化成專技 / 陷主刑傷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陀羅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祿後一位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暗損、拖磨、糾纏、舊疾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得制成耐力 / 陷主纏耗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生年支+生時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明烈急發、爆發、意外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會貪暴發 / 陷主火災意外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鈴星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生年支+生時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陰烈悶燒、深沉、突變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會貪暴發 / 陷主內傷是非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6D9DF-ECE3-4567-B96C-4D611036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023</a:t>
            </a:r>
          </a:p>
        </p:txBody>
      </p:sp>
    </p:spTree>
    <p:extLst>
      <p:ext uri="{BB962C8B-B14F-4D97-AF65-F5344CB8AC3E}">
        <p14:creationId xmlns:p14="http://schemas.microsoft.com/office/powerpoint/2010/main" val="13070426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02F82-2EB3-4AE5-9BF1-804632DB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61404-5EB8-45FD-861F-23A0243E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陸、六吉六煞速查表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C5D64-6771-48B9-9972-0175507B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22479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地空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空想、玄思、超脫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入玄藝有成 / 入財主空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22479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生時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破耗、劫財、損失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入技藝立身 / 忌經商投機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8FF01-17E0-4E96-81A8-EAB098AE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024</a:t>
            </a:r>
          </a:p>
        </p:txBody>
      </p:sp>
    </p:spTree>
    <p:extLst>
      <p:ext uri="{BB962C8B-B14F-4D97-AF65-F5344CB8AC3E}">
        <p14:creationId xmlns:p14="http://schemas.microsoft.com/office/powerpoint/2010/main" val="13154610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95A7E-5E76-4074-B0BA-E6E493B2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11A74-02A3-4318-95D5-C008BDAC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01EB9-C697-48EE-AB26-98B935EF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58D9C-D923-4B0E-9760-783814A9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33C85-21CF-40B1-9592-AA90D1C0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六吉三對分別是?為何強調「成對」?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擎羊與陀羅,一明一暗,各主什麼?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火星鈴星與哪顆主星會成暴發格?格名為何?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見煞星時,判斷吉凶前應先問哪三件事?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「羊陀夾忌」為何是敗局?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963E8-398F-422C-A74F-58D7482A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025</a:t>
            </a:r>
          </a:p>
        </p:txBody>
      </p:sp>
    </p:spTree>
    <p:extLst>
      <p:ext uri="{BB962C8B-B14F-4D97-AF65-F5344CB8AC3E}">
        <p14:creationId xmlns:p14="http://schemas.microsoft.com/office/powerpoint/2010/main" val="20523143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84881-0D68-4380-ADE5-B4381E91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5F89D-D378-4316-855F-54E96460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DB2F4-1690-4ACE-9532-45D41535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79CF3-E342-4DAD-8B69-AC10CD2A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49297-237F-4BD3-945A-93C7EF7B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練習六 空劫入命之人,較適合走哪類路?為什麼?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7BA0A-E50C-4A7F-A00D-D4335559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026</a:t>
            </a:r>
          </a:p>
        </p:txBody>
      </p:sp>
    </p:spTree>
    <p:extLst>
      <p:ext uri="{BB962C8B-B14F-4D97-AF65-F5344CB8AC3E}">
        <p14:creationId xmlns:p14="http://schemas.microsoft.com/office/powerpoint/2010/main" val="7399964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CC7B6-9EBF-4BE0-A342-7A93602B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D517E-969A-46BE-9B10-FB6DF36D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ED7D7-D681-475C-B951-02D67F49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9C64E-8F1C-4CC5-B706-5C99DC87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6E8E0-98EC-40CD-ACDC-90B42D31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在自己與兩位家人的命盤上,標出六吉六煞的分布,判斷成對與否、有無制化。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找一位你認識、從事「煞氣得用」行業的人(醫護、軍警、業務、技師),觀察其命盤煞星。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背熟六吉六煞的安星依據與性質速查表。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96B03-22FA-45DE-8BDD-D6223C92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027</a:t>
            </a:r>
          </a:p>
        </p:txBody>
      </p:sp>
    </p:spTree>
    <p:extLst>
      <p:ext uri="{BB962C8B-B14F-4D97-AF65-F5344CB8AC3E}">
        <p14:creationId xmlns:p14="http://schemas.microsoft.com/office/powerpoint/2010/main" val="13991081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F073E-1D5E-4E6E-B86F-B9B28FDB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9FCEB-DA95-49D3-B0EF-BEA166CC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DF539-F00E-4B56-8770-BF45AAC1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第七堂:四化星原理 · 生年四化與雜曜。四化是斗數的靈魂,將讓你手上的星曜真正「動」起來、定吉凶。本堂的吉煞,下堂會加上四化,論斷從此立體。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A07F2-B79C-42FD-B53F-CB87C975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028</a:t>
            </a:r>
          </a:p>
        </p:txBody>
      </p:sp>
    </p:spTree>
    <p:extLst>
      <p:ext uri="{BB962C8B-B14F-4D97-AF65-F5344CB8AC3E}">
        <p14:creationId xmlns:p14="http://schemas.microsoft.com/office/powerpoint/2010/main" val="12900414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32F1B-6F69-4B84-BD53-CA4A782B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18E15-9C70-422F-9E4E-1B01F38A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FD5F8-40A5-4400-BC9F-E7E32A50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232CA-EEF7-4823-BCBF-AF23EEF4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BC634-1651-40CF-A58E-ED3E03CC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D4A8A-C22D-4F4D-BA14-8EA8DEB3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陸   029</a:t>
            </a:r>
          </a:p>
        </p:txBody>
      </p:sp>
    </p:spTree>
    <p:extLst>
      <p:ext uri="{BB962C8B-B14F-4D97-AF65-F5344CB8AC3E}">
        <p14:creationId xmlns:p14="http://schemas.microsoft.com/office/powerpoint/2010/main" val="134962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2026-09-13T05:36:27.3160000Z</dcterms:created>
  <dcterms:modified xsi:type="dcterms:W3CDTF">2026-09-13T05:36:27.3160000Z</dcterms:modified>
</coreProperties>
</file>