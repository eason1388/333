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03b8b071d945b5" /><Relationship Type="http://schemas.openxmlformats.org/officeDocument/2006/relationships/extended-properties" Target="/docProps/app.xml" Id="R5fc32cf9231b40a7" /><Relationship Type="http://schemas.openxmlformats.org/officeDocument/2006/relationships/officeDocument" Target="/ppt/presentation.xml" Id="Rad8c41ac062d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884c7cc6240ce"/>
  </p:sldMasterIdLst>
  <p:notesMasterIdLst>
    <p:notesMasterId xmlns:r="http://schemas.openxmlformats.org/officeDocument/2006/relationships" r:id="Rde06d74f89ec4831"/>
  </p:notesMasterIdLst>
  <p:sldIdLst>
    <p:sldId xmlns:r="http://schemas.openxmlformats.org/officeDocument/2006/relationships" id="256" r:id="R9253355c29cd4922"/>
    <p:sldId xmlns:r="http://schemas.openxmlformats.org/officeDocument/2006/relationships" id="257" r:id="R2e975c9df1194aac"/>
    <p:sldId xmlns:r="http://schemas.openxmlformats.org/officeDocument/2006/relationships" id="258" r:id="Re648056cca5041fc"/>
    <p:sldId xmlns:r="http://schemas.openxmlformats.org/officeDocument/2006/relationships" id="259" r:id="R2b82840029e14751"/>
    <p:sldId xmlns:r="http://schemas.openxmlformats.org/officeDocument/2006/relationships" id="260" r:id="R4dc0e34304d94c51"/>
    <p:sldId xmlns:r="http://schemas.openxmlformats.org/officeDocument/2006/relationships" id="261" r:id="Re09bad3a90164c9c"/>
    <p:sldId xmlns:r="http://schemas.openxmlformats.org/officeDocument/2006/relationships" id="262" r:id="R243670a2e1444dae"/>
    <p:sldId xmlns:r="http://schemas.openxmlformats.org/officeDocument/2006/relationships" id="263" r:id="R6bcad791afcb412b"/>
    <p:sldId xmlns:r="http://schemas.openxmlformats.org/officeDocument/2006/relationships" id="264" r:id="R92d9caf2dd76416f"/>
    <p:sldId xmlns:r="http://schemas.openxmlformats.org/officeDocument/2006/relationships" id="265" r:id="Ra93fa909c4ca48e1"/>
    <p:sldId xmlns:r="http://schemas.openxmlformats.org/officeDocument/2006/relationships" id="266" r:id="R6381c4751b8744c9"/>
    <p:sldId xmlns:r="http://schemas.openxmlformats.org/officeDocument/2006/relationships" id="267" r:id="Rd9c721525d644922"/>
    <p:sldId xmlns:r="http://schemas.openxmlformats.org/officeDocument/2006/relationships" id="268" r:id="Re46252d16f5540ef"/>
    <p:sldId xmlns:r="http://schemas.openxmlformats.org/officeDocument/2006/relationships" id="269" r:id="Rb4bd3ef6bce24719"/>
    <p:sldId xmlns:r="http://schemas.openxmlformats.org/officeDocument/2006/relationships" id="270" r:id="R18d036af03574d3a"/>
    <p:sldId xmlns:r="http://schemas.openxmlformats.org/officeDocument/2006/relationships" id="271" r:id="R3c704e48f6184c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8a797b27bf4553" /><Relationship Type="http://schemas.openxmlformats.org/officeDocument/2006/relationships/slideMaster" Target="/ppt/slideMasters/slideMaster1.xml" Id="R9fd884c7cc6240ce" /><Relationship Type="http://schemas.openxmlformats.org/officeDocument/2006/relationships/notesMaster" Target="/ppt/notesMasters/notesMaster1.xml" Id="Rde06d74f89ec4831" /><Relationship Type="http://schemas.openxmlformats.org/officeDocument/2006/relationships/presProps" Target="/ppt/presProps.xml" Id="R2bde83c8c7fe4935" /><Relationship Type="http://schemas.openxmlformats.org/officeDocument/2006/relationships/tableStyles" Target="/ppt/tableStyles.xml" Id="R803c24ac7c7f4cd0" /><Relationship Type="http://schemas.openxmlformats.org/officeDocument/2006/relationships/slide" Target="/ppt/slides/slide1.xml" Id="R9253355c29cd4922" /><Relationship Type="http://schemas.openxmlformats.org/officeDocument/2006/relationships/slide" Target="/ppt/slides/slide2.xml" Id="R2e975c9df1194aac" /><Relationship Type="http://schemas.openxmlformats.org/officeDocument/2006/relationships/slide" Target="/ppt/slides/slide3.xml" Id="Re648056cca5041fc" /><Relationship Type="http://schemas.openxmlformats.org/officeDocument/2006/relationships/slide" Target="/ppt/slides/slide4.xml" Id="R2b82840029e14751" /><Relationship Type="http://schemas.openxmlformats.org/officeDocument/2006/relationships/slide" Target="/ppt/slides/slide5.xml" Id="R4dc0e34304d94c51" /><Relationship Type="http://schemas.openxmlformats.org/officeDocument/2006/relationships/slide" Target="/ppt/slides/slide6.xml" Id="Re09bad3a90164c9c" /><Relationship Type="http://schemas.openxmlformats.org/officeDocument/2006/relationships/slide" Target="/ppt/slides/slide7.xml" Id="R243670a2e1444dae" /><Relationship Type="http://schemas.openxmlformats.org/officeDocument/2006/relationships/slide" Target="/ppt/slides/slide8.xml" Id="R6bcad791afcb412b" /><Relationship Type="http://schemas.openxmlformats.org/officeDocument/2006/relationships/slide" Target="/ppt/slides/slide9.xml" Id="R92d9caf2dd76416f" /><Relationship Type="http://schemas.openxmlformats.org/officeDocument/2006/relationships/slide" Target="/ppt/slides/slide10.xml" Id="Ra93fa909c4ca48e1" /><Relationship Type="http://schemas.openxmlformats.org/officeDocument/2006/relationships/slide" Target="/ppt/slides/slide11.xml" Id="R6381c4751b8744c9" /><Relationship Type="http://schemas.openxmlformats.org/officeDocument/2006/relationships/slide" Target="/ppt/slides/slide12.xml" Id="Rd9c721525d644922" /><Relationship Type="http://schemas.openxmlformats.org/officeDocument/2006/relationships/slide" Target="/ppt/slides/slide13.xml" Id="Re46252d16f5540ef" /><Relationship Type="http://schemas.openxmlformats.org/officeDocument/2006/relationships/slide" Target="/ppt/slides/slide14.xml" Id="Rb4bd3ef6bce24719" /><Relationship Type="http://schemas.openxmlformats.org/officeDocument/2006/relationships/slide" Target="/ppt/slides/slide15.xml" Id="R18d036af03574d3a" /><Relationship Type="http://schemas.openxmlformats.org/officeDocument/2006/relationships/slide" Target="/ppt/slides/slide16.xml" Id="R3c704e48f6184c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e39beece1643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e8dbf5af4c4952" /><Relationship Type="http://schemas.openxmlformats.org/officeDocument/2006/relationships/notesMaster" Target="/ppt/notesMasters/notesMaster1.xml" Id="R81a588f79688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d8ddb30644739" /><Relationship Type="http://schemas.openxmlformats.org/officeDocument/2006/relationships/notesMaster" Target="/ppt/notesMasters/notesMaster1.xml" Id="R3e64ab27ad8d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b6dbdcd16843fb" /><Relationship Type="http://schemas.openxmlformats.org/officeDocument/2006/relationships/notesMaster" Target="/ppt/notesMasters/notesMaster1.xml" Id="R518fb14609e641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638a24e544422d" /><Relationship Type="http://schemas.openxmlformats.org/officeDocument/2006/relationships/notesMaster" Target="/ppt/notesMasters/notesMaster1.xml" Id="Rd3d2ff13d0e7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5213f856b94c74" /><Relationship Type="http://schemas.openxmlformats.org/officeDocument/2006/relationships/notesMaster" Target="/ppt/notesMasters/notesMaster1.xml" Id="R99a981f767e9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9af9becd5b4ddd" /><Relationship Type="http://schemas.openxmlformats.org/officeDocument/2006/relationships/notesMaster" Target="/ppt/notesMasters/notesMaster1.xml" Id="Rcc9b3ca8e52b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de2a0354bf4654" /><Relationship Type="http://schemas.openxmlformats.org/officeDocument/2006/relationships/notesMaster" Target="/ppt/notesMasters/notesMaster1.xml" Id="R3634720841d5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8a2ab0b184cc8" /><Relationship Type="http://schemas.openxmlformats.org/officeDocument/2006/relationships/notesMaster" Target="/ppt/notesMasters/notesMaster1.xml" Id="R56a08ee1ff1546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089394645749e8" /><Relationship Type="http://schemas.openxmlformats.org/officeDocument/2006/relationships/notesMaster" Target="/ppt/notesMasters/notesMaster1.xml" Id="R9d52b425d52f46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ca5f6329cf478e" /><Relationship Type="http://schemas.openxmlformats.org/officeDocument/2006/relationships/notesMaster" Target="/ppt/notesMasters/notesMaster1.xml" Id="R21b7198be3d045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152077dcbe4f57" /><Relationship Type="http://schemas.openxmlformats.org/officeDocument/2006/relationships/notesMaster" Target="/ppt/notesMasters/notesMaster1.xml" Id="R194f3a423d9448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3994a37af04907" /><Relationship Type="http://schemas.openxmlformats.org/officeDocument/2006/relationships/notesMaster" Target="/ppt/notesMasters/notesMaster1.xml" Id="R5d67e77643f64c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2b614aad104a91" /><Relationship Type="http://schemas.openxmlformats.org/officeDocument/2006/relationships/notesMaster" Target="/ppt/notesMasters/notesMaster1.xml" Id="Ra076636c930442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c1a77c44874a75" /><Relationship Type="http://schemas.openxmlformats.org/officeDocument/2006/relationships/notesMaster" Target="/ppt/notesMasters/notesMaster1.xml" Id="Re363d836171048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3b10ad6bcd4e7a" /><Relationship Type="http://schemas.openxmlformats.org/officeDocument/2006/relationships/notesMaster" Target="/ppt/notesMasters/notesMaster1.xml" Id="R49d20542d2734a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6371aa8e1e4f87" /><Relationship Type="http://schemas.openxmlformats.org/officeDocument/2006/relationships/notesMaster" Target="/ppt/notesMasters/notesMaster1.xml" Id="Raf3a4d69bbdf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C:\Users\eason1288\Documents\上課資料夾\紫微斗數課程\紫微斗數_第16堂_學生講義.docx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6a0751631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1668bbf48946ca" /><Relationship Type="http://schemas.openxmlformats.org/officeDocument/2006/relationships/slideLayout" Target="/ppt/slideLayouts/slideLayout1.xml" Id="R4c0612f438e5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0612f438e5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8c70b7fed4b73" /><Relationship Type="http://schemas.openxmlformats.org/officeDocument/2006/relationships/notesSlide" Target="/ppt/notesSlides/notesSlide1.xml" Id="R80f400a40509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397c66fe642a3" /><Relationship Type="http://schemas.openxmlformats.org/officeDocument/2006/relationships/notesSlide" Target="/ppt/notesSlides/notesSlide2.xml" Id="R334a15456b2d42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1e42a12004e54" /><Relationship Type="http://schemas.openxmlformats.org/officeDocument/2006/relationships/notesSlide" Target="/ppt/notesSlides/notesSlide3.xml" Id="R9d5a04fb18524e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6d5b035ac46a1" /><Relationship Type="http://schemas.openxmlformats.org/officeDocument/2006/relationships/notesSlide" Target="/ppt/notesSlides/notesSlide4.xml" Id="Rf97260492102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f8c53328a4e20" /><Relationship Type="http://schemas.openxmlformats.org/officeDocument/2006/relationships/notesSlide" Target="/ppt/notesSlides/notesSlide5.xml" Id="Rb4f7b7d1dd4a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3d77ec8db4b11" /><Relationship Type="http://schemas.openxmlformats.org/officeDocument/2006/relationships/notesSlide" Target="/ppt/notesSlides/notesSlide6.xml" Id="R7deb616403b24a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87460c6a54898" /><Relationship Type="http://schemas.openxmlformats.org/officeDocument/2006/relationships/notesSlide" Target="/ppt/notesSlides/notesSlide7.xml" Id="R2740bbd9d2a34e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b3006f8d64ab2" /><Relationship Type="http://schemas.openxmlformats.org/officeDocument/2006/relationships/notesSlide" Target="/ppt/notesSlides/notesSlide8.xml" Id="R10bd7328e5e445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c7fcffa6454a" /><Relationship Type="http://schemas.openxmlformats.org/officeDocument/2006/relationships/notesSlide" Target="/ppt/notesSlides/notesSlide9.xml" Id="R5277be95fd6e45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4afeaed174e86" /><Relationship Type="http://schemas.openxmlformats.org/officeDocument/2006/relationships/notesSlide" Target="/ppt/notesSlides/notesSlide10.xml" Id="R87388dcf785249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ea6b473c94e26" /><Relationship Type="http://schemas.openxmlformats.org/officeDocument/2006/relationships/notesSlide" Target="/ppt/notesSlides/notesSlide11.xml" Id="Rd1262344ae004a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48f03a6f4ea3" /><Relationship Type="http://schemas.openxmlformats.org/officeDocument/2006/relationships/notesSlide" Target="/ppt/notesSlides/notesSlide12.xml" Id="Rcb61489709884a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61f6238af4617" /><Relationship Type="http://schemas.openxmlformats.org/officeDocument/2006/relationships/notesSlide" Target="/ppt/notesSlides/notesSlide13.xml" Id="Raa81a7281f9341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4fe171fa141e1" /><Relationship Type="http://schemas.openxmlformats.org/officeDocument/2006/relationships/notesSlide" Target="/ppt/notesSlides/notesSlide14.xml" Id="R0d9f2a3c42514e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872d7cbcd402e" /><Relationship Type="http://schemas.openxmlformats.org/officeDocument/2006/relationships/notesSlide" Target="/ppt/notesSlides/notesSlide15.xml" Id="R962b2b6b40b34f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1727672f34da1" /><Relationship Type="http://schemas.openxmlformats.org/officeDocument/2006/relationships/notesSlide" Target="/ppt/notesSlides/notesSlide16.xml" Id="R4a1b09e9d701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7E44C-A048-450F-AE9F-53B50428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CE969-3865-4A26-B443-74C66A75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23DE3-EB86-4A09-9D15-616E123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7A8D1-168A-4EA8-A4D9-862AFDA1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三合飛星整合實戰 · 情 · 財 · 健康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B7921-F467-43A7-B13C-CC6F9ED5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第16堂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E87F4-8CE3-401F-96C1-9F135DC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壹、整合方法論:體用兩步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把一張盤論到立體,靠的是固定的兩步——先體、後用,缺一不可: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D7E6A-C9F6-484A-BFF8-E6334D4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59332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17FE9-5CC6-4139-93FA-157A4D73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57FD2-0D0E-4ED5-B2ED-07ABD0F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4A6B-FBB8-4952-8C2F-108ED74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建立「先三合定體質格局,再飛星定動態因果」的整合方法論。 2. 掌握感情、財富、健康三大主題的整合論斷路徑。 3. 學會以飛化判讀六親緣分的厚薄。 4. 體會「體用合參」如何讓論斷從平面變立體。 5. 能對一張盤,完成情、財、健三主題的整合報告。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78E96-97F8-4E20-8AAC-422B9BB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002</a:t>
            </a:r>
          </a:p>
        </p:txBody>
      </p:sp>
    </p:spTree>
    <p:extLst>
      <p:ext uri="{BB962C8B-B14F-4D97-AF65-F5344CB8AC3E}">
        <p14:creationId xmlns:p14="http://schemas.microsoft.com/office/powerpoint/2010/main" val="136085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83C32-A0A7-4A3A-8F44-8438F16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D1C83-C340-4CF6-BD19-6222B50E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壹、整合方法論:體用兩步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687F0-F6D6-4A26-A698-312FB4E4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55774-0390-4EDD-9E8C-E93D3581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72B20-5CC4-4F24-BAE0-5D27363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把一張盤論到立體,靠的是固定的兩步——先體、後用,缺一不可: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第一步 · 三合定體質(體) 用三合派的星情、格局、廟旺、吉煞,先判斷「這件事的先天體質如何」——好不好、強不強、有沒有格。這是靜態的底。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第二步 · 飛星定因果(用) 用飛星的四化飛化,追出「這件事怎麼發生、能量往哪流、癥結在哪」——為什麼、怎麼演變。這是動態的動。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C136C-C635-4259-B552-8C7F2D80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003</a:t>
            </a:r>
          </a:p>
        </p:txBody>
      </p:sp>
    </p:spTree>
    <p:extLst>
      <p:ext uri="{BB962C8B-B14F-4D97-AF65-F5344CB8AC3E}">
        <p14:creationId xmlns:p14="http://schemas.microsoft.com/office/powerpoint/2010/main" val="523519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B9E2B-A1AE-4654-AAB4-C9735EB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921BA-6DC1-40B2-AC79-1CF8EC4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壹、整合方法論:體用兩步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41B61-8988-4813-BC31-D928BB0A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整合口訣 先三合、後飛星;先體質、後因果;先「是什麼」、後「為什麼」。 只會三合則死板(說得出好壞、說不出所以然);只會飛星則無根(到處畫線、沒有底盤)。體用合一,方見立體。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ADF5C-47F2-4C4A-AD08-8FB2839E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004</a:t>
            </a:r>
          </a:p>
        </p:txBody>
      </p:sp>
    </p:spTree>
    <p:extLst>
      <p:ext uri="{BB962C8B-B14F-4D97-AF65-F5344CB8AC3E}">
        <p14:creationId xmlns:p14="http://schemas.microsoft.com/office/powerpoint/2010/main" val="1721271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530B-794D-4D22-BBA4-D71B1FF4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CAB2F-BF34-4BD6-BFE4-0C58B3FE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貳、感情實戰路徑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6FE9A-CA24-4AA6-B9F1-A09F303B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585B1-4116-4307-BBAA-7EA699E2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FD6D9-9B1B-435B-8A33-462996FD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固定路徑,臨場照走: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體(三合):夫妻宮主星與亮度(配偶類型)→ 桃花星群(異性緣多寡)→ 兼看福德(感情觀)、遷移(外緣)。定感情的先天體質。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用(飛星):命化祿/忌入夫妻(我對感情的態度)→ 夫妻化祿/忌入他宮(配偶帶來什麼)→ 夫妻是否自化(感情能否守住)→ 忌沖官祿(感情是否連累事業)。追感情的因果與危機。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C0631-F2F7-4FAA-BAF7-539F0399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005</a:t>
            </a:r>
          </a:p>
        </p:txBody>
      </p:sp>
    </p:spTree>
    <p:extLst>
      <p:ext uri="{BB962C8B-B14F-4D97-AF65-F5344CB8AC3E}">
        <p14:creationId xmlns:p14="http://schemas.microsoft.com/office/powerpoint/2010/main" val="988893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4C9C4-8FF9-4CB9-9C29-53B668F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60520-54F2-4D38-9F7C-8F8A4A11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貳、感情實戰路徑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6A1FE-5557-4CA7-899B-0D6946DD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整合判例(感情) 體:夫妻坐太陰廟旺、會紅鸞→配偶溫柔顧家、異性緣佳,先天感情體質不錯。 用:但夫妻自化忌、又忌沖官祿→感情易「不由自主地付出卻留不住」,且情緒波動連累工作。 合判:「你另一半條件不差、你也肯付出,但你在感情裡容易委屈自己、留不住;而且一鬧心就影響工作——關鍵在學會表達與設界線。」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4726B-BD35-49CF-8FE4-1605061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006</a:t>
            </a:r>
          </a:p>
        </p:txBody>
      </p:sp>
    </p:spTree>
    <p:extLst>
      <p:ext uri="{BB962C8B-B14F-4D97-AF65-F5344CB8AC3E}">
        <p14:creationId xmlns:p14="http://schemas.microsoft.com/office/powerpoint/2010/main" val="7682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98173-9953-4069-99A7-CF2A6DA9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0604C-DED5-471C-A1B5-75E3511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參、財富實戰路徑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9A7AF-C2B2-4940-9773-18CFF638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E045-ED1B-4424-873C-11CE41FA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E90A1-4B34-43E6-9393-C199608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財富要「財帛、田宅、福德」三宮合看,再加飛星追金流: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體(三合):財帛(怎麼賺)→ 田宅(存不存得住/財庫)→ 福德(用錢觀);命財官三合是否成財官格;主星財性與吉煞。定財富的先天格局。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用(飛星):命/財化祿入何宮(財從哪來、往哪去)→ 財帛或田宅是否自化忌(是否漏財、過手財)→ 忌沖之宮(財因何而破)。追金流的來與漏。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B9967-7D0A-4BA4-BB1E-279A6BE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007</a:t>
            </a:r>
          </a:p>
        </p:txBody>
      </p:sp>
    </p:spTree>
    <p:extLst>
      <p:ext uri="{BB962C8B-B14F-4D97-AF65-F5344CB8AC3E}">
        <p14:creationId xmlns:p14="http://schemas.microsoft.com/office/powerpoint/2010/main" val="1369800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F54F5-836A-4777-B9CA-0E437F3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3860E-35BC-4656-97ED-E05087CC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參、財富實戰路徑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27232-F765-48CF-A2E2-60E8B0D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整合判例(財富) 體:財帛武曲得祿、命財官成財官格→賺錢能力強、財路正。但田宅逢空劫→庫破。 用:財帛化祿入官(錢投入事業)、田宅自化忌(存不住)→ 會賺但留不住,錢多流向事業與週轉。 合判:「你很會賺、財路也正,但存不住——錢一直投進事業與週轉。建議強制儲蓄、置產鎖利,否則一生過手財。」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FFF55-08A9-456A-8C68-D56EA70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008</a:t>
            </a:r>
          </a:p>
        </p:txBody>
      </p:sp>
    </p:spTree>
    <p:extLst>
      <p:ext uri="{BB962C8B-B14F-4D97-AF65-F5344CB8AC3E}">
        <p14:creationId xmlns:p14="http://schemas.microsoft.com/office/powerpoint/2010/main" val="1587825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78C3B-466E-4A74-A1CB-1B08460F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C658-365B-422A-A3D5-DCEB1DB9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肆、健康實戰路徑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7FE31-8336-4AFB-9755-9B37FE31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69A9D-6DC8-4819-BD30-8329122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C09D-0400-4E62-867B-A018C86C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健康論「弱點 + 應期」,並嚴守分寸(不診斷、不斷生死):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體(三合):疾厄宮主星五行對應臟腑(先天弱點)→ 煞星定病之形態(羊開刀、陀慢性、火鈴發炎、空劫虛症)。定先天體質弱點。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用(飛星):疾厄化忌入何宮、他宮忌入疾厄(健康被什麼牽動)→ 留待第十八堂再結合流年四化引動,定「何時要特別注意」的應期。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910FF-AD7B-4118-A529-12D68B4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009</a:t>
            </a:r>
          </a:p>
        </p:txBody>
      </p:sp>
    </p:spTree>
    <p:extLst>
      <p:ext uri="{BB962C8B-B14F-4D97-AF65-F5344CB8AC3E}">
        <p14:creationId xmlns:p14="http://schemas.microsoft.com/office/powerpoint/2010/main" val="18611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93E89-1403-4D0A-A778-414FD332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94FDD-BA3F-4442-B528-DB57B05D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肆、健康實戰路徑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DCD3-72B9-47D7-9771-ABF3D4ED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整合判例(健康) 體:疾厄太陰化忌逢陀羅→腎、婦科/內分泌之慢性傾向。 用:福德忌入疾厄→情緒壓力常反映到身體;為健康罩門之源。 合判:「你先天在內分泌、婦科這塊要多保養,且情緒一積壓就容易反映到身體。建議定期檢查、學會紓壓。」(只判傾向、建議就醫,不作診斷、不斷生死)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6CF2B-51E5-44E4-A38D-4B1A5A01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010</a:t>
            </a:r>
          </a:p>
        </p:txBody>
      </p:sp>
    </p:spTree>
    <p:extLst>
      <p:ext uri="{BB962C8B-B14F-4D97-AF65-F5344CB8AC3E}">
        <p14:creationId xmlns:p14="http://schemas.microsoft.com/office/powerpoint/2010/main" val="1040104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2E71C-029C-4C35-8F63-ED610E4D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7C142-9662-4E7B-8C69-9F7B8B21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伍、六親緣分的飛化判讀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C92EB-31E1-4ABD-8EDB-D7937532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A5A7D-A779-42AA-8E5D-32A3B1CD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3DC7B-3944-4CB6-8E55-4BF1D4F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論六親厚薄,同樣體用合參: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體:該六親宮的主星、吉煞、孤寡星(如父母宮逢孤辰、夫妻逢寡宿主緣薄)。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用:六親宮與命宮互飛——六親宮化祿入命(該親對我有助、緣厚)、化忌入命(該親讓我操心、或緣分有礙);命化忌入六親宮(我為該親牽掛付出)。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緣厚緣薄,不只看「有沒有吉星」,更看「祿忌如何互飛」——祿來為緣厚、忌往為牽掛,這正是飛星補三合之不足處。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4BA17-E9D4-4B1A-99AB-90FA8F21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011</a:t>
            </a:r>
          </a:p>
        </p:txBody>
      </p:sp>
    </p:spTree>
    <p:extLst>
      <p:ext uri="{BB962C8B-B14F-4D97-AF65-F5344CB8AC3E}">
        <p14:creationId xmlns:p14="http://schemas.microsoft.com/office/powerpoint/2010/main" val="6002225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14E91-F790-43F5-9729-EF15F46C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5F23-1411-410A-9057-232D31B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98DFF-3546-4F9B-B269-1306977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8376B-443A-46F6-ADF2-36E1223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E859E-9009-4BA3-AB50-EAD45E1E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整合論斷的「兩步」是什麼?各用哪一派?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論財富要合看哪三宮?飛星再追什麼?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論健康時,命理師必須守住哪些界線?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判六親緣厚薄,飛星補了三合的什麼不足?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任取一張盤,做一次「感情」主題的體用整合判斷: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C4B0E-B7C4-47F5-81CB-454B7BD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012</a:t>
            </a:r>
          </a:p>
        </p:txBody>
      </p:sp>
    </p:spTree>
    <p:extLst>
      <p:ext uri="{BB962C8B-B14F-4D97-AF65-F5344CB8AC3E}">
        <p14:creationId xmlns:p14="http://schemas.microsoft.com/office/powerpoint/2010/main" val="15553905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FF325-5115-4023-84DB-19D946F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481AE-B190-4FE4-9CD3-F765F52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A4373-D546-48FF-B2E2-61ECB415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B3423-4438-4A60-894F-4635AE3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47FC2-3C93-4DCC-AC51-2868B8D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98E1C-69D2-41A0-94DD-23545283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013</a:t>
            </a:r>
          </a:p>
        </p:txBody>
      </p:sp>
    </p:spTree>
    <p:extLst>
      <p:ext uri="{BB962C8B-B14F-4D97-AF65-F5344CB8AC3E}">
        <p14:creationId xmlns:p14="http://schemas.microsoft.com/office/powerpoint/2010/main" val="8839128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5C1B0-FE47-4BE9-9FF9-98E279D9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894CD-AFC5-45A4-85AB-1240384F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FDE85-586D-4EF9-A8B5-C8AB1051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362C3-88EB-42B3-A5A6-9711568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6379F-A8A4-4B16-B886-927ECD6C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對一張盤,做一份「感情 + 財富 + 健康」三主題整合報告,每主題體用兩層皆須到位。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選一位六親,用飛化判斷你與他的緣分厚薄與牽掛所在。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複習飛星四化(第14–16堂),準備進入運限階段。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C4DDE-6AA4-46D9-A4E6-03F1187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014</a:t>
            </a:r>
          </a:p>
        </p:txBody>
      </p:sp>
    </p:spTree>
    <p:extLst>
      <p:ext uri="{BB962C8B-B14F-4D97-AF65-F5344CB8AC3E}">
        <p14:creationId xmlns:p14="http://schemas.microsoft.com/office/powerpoint/2010/main" val="13401995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8E4DD-CA0A-431C-AFF4-7160E000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89235-BDA4-46CB-9F67-AF230476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7ACC1-AD2A-4EEA-9F3B-95CBE669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階段小結 · 下堂預告 至此第四階段完成——你已能把一張盤論得立體、有前因後果。第十七堂進入第五階段:運限與流年,回答客戶最想問的一句——「這件事,什麼時候會發生?」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20E52-0B88-474A-A857-F30869A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015</a:t>
            </a:r>
          </a:p>
        </p:txBody>
      </p:sp>
    </p:spTree>
    <p:extLst>
      <p:ext uri="{BB962C8B-B14F-4D97-AF65-F5344CB8AC3E}">
        <p14:creationId xmlns:p14="http://schemas.microsoft.com/office/powerpoint/2010/main" val="4240703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2A490-6950-43CD-8E21-EB9B667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7BBCA-E5C8-4734-88FB-8D37E729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6162A-2D46-41DD-87DB-D369A8C0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5B850-2473-4378-8025-F76F44B9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F953F-8FAE-4E3B-A4FD-CD17653C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96A3D-05C7-43B6-8F0E-9BD1415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拾陸   016</a:t>
            </a:r>
          </a:p>
        </p:txBody>
      </p:sp>
    </p:spTree>
    <p:extLst>
      <p:ext uri="{BB962C8B-B14F-4D97-AF65-F5344CB8AC3E}">
        <p14:creationId xmlns:p14="http://schemas.microsoft.com/office/powerpoint/2010/main" val="1253113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2026-09-13T05:38:02.5690000Z</dcterms:created>
  <dcterms:modified xsi:type="dcterms:W3CDTF">2026-09-13T05:38:02.5690000Z</dcterms:modified>
</coreProperties>
</file>