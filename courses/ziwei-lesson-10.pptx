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cfef87c44f4066" /><Relationship Type="http://schemas.openxmlformats.org/officeDocument/2006/relationships/extended-properties" Target="/docProps/app.xml" Id="R3630beabeba24152" /><Relationship Type="http://schemas.openxmlformats.org/officeDocument/2006/relationships/officeDocument" Target="/ppt/presentation.xml" Id="Rc43d9ada8a7d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444b086974862"/>
  </p:sldMasterIdLst>
  <p:notesMasterIdLst>
    <p:notesMasterId xmlns:r="http://schemas.openxmlformats.org/officeDocument/2006/relationships" r:id="Rfedd477ea7274ba0"/>
  </p:notesMasterIdLst>
  <p:sldIdLst>
    <p:sldId xmlns:r="http://schemas.openxmlformats.org/officeDocument/2006/relationships" id="256" r:id="R481537ab20d44956"/>
    <p:sldId xmlns:r="http://schemas.openxmlformats.org/officeDocument/2006/relationships" id="257" r:id="Rcf8f9b1ff6f6401e"/>
    <p:sldId xmlns:r="http://schemas.openxmlformats.org/officeDocument/2006/relationships" id="258" r:id="R925b8a77f0db4de5"/>
    <p:sldId xmlns:r="http://schemas.openxmlformats.org/officeDocument/2006/relationships" id="259" r:id="R568d3a04702f4763"/>
    <p:sldId xmlns:r="http://schemas.openxmlformats.org/officeDocument/2006/relationships" id="260" r:id="R86e62f0534ec4326"/>
    <p:sldId xmlns:r="http://schemas.openxmlformats.org/officeDocument/2006/relationships" id="261" r:id="Rd2bc972b985d42c9"/>
    <p:sldId xmlns:r="http://schemas.openxmlformats.org/officeDocument/2006/relationships" id="262" r:id="R80de189ebc854d8d"/>
    <p:sldId xmlns:r="http://schemas.openxmlformats.org/officeDocument/2006/relationships" id="263" r:id="R6e77f8c6e3c9478f"/>
    <p:sldId xmlns:r="http://schemas.openxmlformats.org/officeDocument/2006/relationships" id="264" r:id="R59e368ef3b8a4932"/>
    <p:sldId xmlns:r="http://schemas.openxmlformats.org/officeDocument/2006/relationships" id="265" r:id="R341f9cbe9f624b08"/>
    <p:sldId xmlns:r="http://schemas.openxmlformats.org/officeDocument/2006/relationships" id="266" r:id="Rf16890b242134894"/>
    <p:sldId xmlns:r="http://schemas.openxmlformats.org/officeDocument/2006/relationships" id="267" r:id="Re446da629eab458f"/>
    <p:sldId xmlns:r="http://schemas.openxmlformats.org/officeDocument/2006/relationships" id="268" r:id="R3fbfb44d86d64811"/>
    <p:sldId xmlns:r="http://schemas.openxmlformats.org/officeDocument/2006/relationships" id="269" r:id="Rddf8706698b24ed7"/>
    <p:sldId xmlns:r="http://schemas.openxmlformats.org/officeDocument/2006/relationships" id="270" r:id="Rc541abd6b4404bf1"/>
    <p:sldId xmlns:r="http://schemas.openxmlformats.org/officeDocument/2006/relationships" id="271" r:id="R8deb60505f3d47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abba77c414d3a" /><Relationship Type="http://schemas.openxmlformats.org/officeDocument/2006/relationships/slideMaster" Target="/ppt/slideMasters/slideMaster1.xml" Id="Rd5d444b086974862" /><Relationship Type="http://schemas.openxmlformats.org/officeDocument/2006/relationships/notesMaster" Target="/ppt/notesMasters/notesMaster1.xml" Id="Rfedd477ea7274ba0" /><Relationship Type="http://schemas.openxmlformats.org/officeDocument/2006/relationships/presProps" Target="/ppt/presProps.xml" Id="R7e31104243e24c38" /><Relationship Type="http://schemas.openxmlformats.org/officeDocument/2006/relationships/tableStyles" Target="/ppt/tableStyles.xml" Id="R3c2d48b1727b4954" /><Relationship Type="http://schemas.openxmlformats.org/officeDocument/2006/relationships/slide" Target="/ppt/slides/slide1.xml" Id="R481537ab20d44956" /><Relationship Type="http://schemas.openxmlformats.org/officeDocument/2006/relationships/slide" Target="/ppt/slides/slide2.xml" Id="Rcf8f9b1ff6f6401e" /><Relationship Type="http://schemas.openxmlformats.org/officeDocument/2006/relationships/slide" Target="/ppt/slides/slide3.xml" Id="R925b8a77f0db4de5" /><Relationship Type="http://schemas.openxmlformats.org/officeDocument/2006/relationships/slide" Target="/ppt/slides/slide4.xml" Id="R568d3a04702f4763" /><Relationship Type="http://schemas.openxmlformats.org/officeDocument/2006/relationships/slide" Target="/ppt/slides/slide5.xml" Id="R86e62f0534ec4326" /><Relationship Type="http://schemas.openxmlformats.org/officeDocument/2006/relationships/slide" Target="/ppt/slides/slide6.xml" Id="Rd2bc972b985d42c9" /><Relationship Type="http://schemas.openxmlformats.org/officeDocument/2006/relationships/slide" Target="/ppt/slides/slide7.xml" Id="R80de189ebc854d8d" /><Relationship Type="http://schemas.openxmlformats.org/officeDocument/2006/relationships/slide" Target="/ppt/slides/slide8.xml" Id="R6e77f8c6e3c9478f" /><Relationship Type="http://schemas.openxmlformats.org/officeDocument/2006/relationships/slide" Target="/ppt/slides/slide9.xml" Id="R59e368ef3b8a4932" /><Relationship Type="http://schemas.openxmlformats.org/officeDocument/2006/relationships/slide" Target="/ppt/slides/slide10.xml" Id="R341f9cbe9f624b08" /><Relationship Type="http://schemas.openxmlformats.org/officeDocument/2006/relationships/slide" Target="/ppt/slides/slide11.xml" Id="Rf16890b242134894" /><Relationship Type="http://schemas.openxmlformats.org/officeDocument/2006/relationships/slide" Target="/ppt/slides/slide12.xml" Id="Re446da629eab458f" /><Relationship Type="http://schemas.openxmlformats.org/officeDocument/2006/relationships/slide" Target="/ppt/slides/slide13.xml" Id="R3fbfb44d86d64811" /><Relationship Type="http://schemas.openxmlformats.org/officeDocument/2006/relationships/slide" Target="/ppt/slides/slide14.xml" Id="Rddf8706698b24ed7" /><Relationship Type="http://schemas.openxmlformats.org/officeDocument/2006/relationships/slide" Target="/ppt/slides/slide15.xml" Id="Rc541abd6b4404bf1" /><Relationship Type="http://schemas.openxmlformats.org/officeDocument/2006/relationships/slide" Target="/ppt/slides/slide16.xml" Id="R8deb60505f3d47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d7671177bf4c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39bdabb7b4c91" /><Relationship Type="http://schemas.openxmlformats.org/officeDocument/2006/relationships/notesMaster" Target="/ppt/notesMasters/notesMaster1.xml" Id="R690ceef37cac48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1ce81bf904d71" /><Relationship Type="http://schemas.openxmlformats.org/officeDocument/2006/relationships/notesMaster" Target="/ppt/notesMasters/notesMaster1.xml" Id="Rbcb71ea67bf746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1adac83aa34d9c" /><Relationship Type="http://schemas.openxmlformats.org/officeDocument/2006/relationships/notesMaster" Target="/ppt/notesMasters/notesMaster1.xml" Id="Rc8771ef10fdb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007536bccb424b" /><Relationship Type="http://schemas.openxmlformats.org/officeDocument/2006/relationships/notesMaster" Target="/ppt/notesMasters/notesMaster1.xml" Id="R6e6e522e0ecd4e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212328c91f44b2" /><Relationship Type="http://schemas.openxmlformats.org/officeDocument/2006/relationships/notesMaster" Target="/ppt/notesMasters/notesMaster1.xml" Id="R7479d1e3f21f4b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ea59efd48d4d6b" /><Relationship Type="http://schemas.openxmlformats.org/officeDocument/2006/relationships/notesMaster" Target="/ppt/notesMasters/notesMaster1.xml" Id="Rd38e2860b4cc4b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9985710d214d99" /><Relationship Type="http://schemas.openxmlformats.org/officeDocument/2006/relationships/notesMaster" Target="/ppt/notesMasters/notesMaster1.xml" Id="R7d43071d7e7442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0f0054724d4824" /><Relationship Type="http://schemas.openxmlformats.org/officeDocument/2006/relationships/notesMaster" Target="/ppt/notesMasters/notesMaster1.xml" Id="Rb8c6d5e14c8e43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e83866aa1f4362" /><Relationship Type="http://schemas.openxmlformats.org/officeDocument/2006/relationships/notesMaster" Target="/ppt/notesMasters/notesMaster1.xml" Id="R7f6fe8d117c542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b5336409054315" /><Relationship Type="http://schemas.openxmlformats.org/officeDocument/2006/relationships/notesMaster" Target="/ppt/notesMasters/notesMaster1.xml" Id="R882efec4798844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0fbdc15f964052" /><Relationship Type="http://schemas.openxmlformats.org/officeDocument/2006/relationships/notesMaster" Target="/ppt/notesMasters/notesMaster1.xml" Id="R299d4ac1f66d41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aa579e70164de0" /><Relationship Type="http://schemas.openxmlformats.org/officeDocument/2006/relationships/notesMaster" Target="/ppt/notesMasters/notesMaster1.xml" Id="Rdaca89f6a53849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edb4718b634e6f" /><Relationship Type="http://schemas.openxmlformats.org/officeDocument/2006/relationships/notesMaster" Target="/ppt/notesMasters/notesMaster1.xml" Id="R2dccf4a3f67740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f1b44086cf4695" /><Relationship Type="http://schemas.openxmlformats.org/officeDocument/2006/relationships/notesMaster" Target="/ppt/notesMasters/notesMaster1.xml" Id="R764862d171bd45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636861e6ed43c5" /><Relationship Type="http://schemas.openxmlformats.org/officeDocument/2006/relationships/notesMaster" Target="/ppt/notesMasters/notesMaster1.xml" Id="R642230c8c8d54d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27d55a83fc4264" /><Relationship Type="http://schemas.openxmlformats.org/officeDocument/2006/relationships/notesMaster" Target="/ppt/notesMasters/notesMaster1.xml" Id="Rc87ea5db490e4b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C:\Users\eason1288\Documents\上課資料夾\紫微斗數課程\紫微斗數_第10堂_學生講義.docx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c6d7f978f40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600ed57294f54" /><Relationship Type="http://schemas.openxmlformats.org/officeDocument/2006/relationships/slideLayout" Target="/ppt/slideLayouts/slideLayout1.xml" Id="R794cfed6383444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4cfed6383444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8b51b4dd0455b" /><Relationship Type="http://schemas.openxmlformats.org/officeDocument/2006/relationships/notesSlide" Target="/ppt/notesSlides/notesSlide1.xml" Id="R755a0b3aee7c47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fa324b0714651" /><Relationship Type="http://schemas.openxmlformats.org/officeDocument/2006/relationships/notesSlide" Target="/ppt/notesSlides/notesSlide2.xml" Id="Rc3f8707ae84c44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efaf06eb54ff8" /><Relationship Type="http://schemas.openxmlformats.org/officeDocument/2006/relationships/notesSlide" Target="/ppt/notesSlides/notesSlide3.xml" Id="R3c84f4b64d2a42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58d0604e04ee7" /><Relationship Type="http://schemas.openxmlformats.org/officeDocument/2006/relationships/notesSlide" Target="/ppt/notesSlides/notesSlide4.xml" Id="R7c5654e49d0d4c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e183c834d439a" /><Relationship Type="http://schemas.openxmlformats.org/officeDocument/2006/relationships/notesSlide" Target="/ppt/notesSlides/notesSlide5.xml" Id="R54ba7f8515f54c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1027e56fc4c2f" /><Relationship Type="http://schemas.openxmlformats.org/officeDocument/2006/relationships/notesSlide" Target="/ppt/notesSlides/notesSlide6.xml" Id="R0b535ab690614a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98a28512046f0" /><Relationship Type="http://schemas.openxmlformats.org/officeDocument/2006/relationships/notesSlide" Target="/ppt/notesSlides/notesSlide7.xml" Id="Rac1efe8ffffa43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ae8668ff044ff" /><Relationship Type="http://schemas.openxmlformats.org/officeDocument/2006/relationships/notesSlide" Target="/ppt/notesSlides/notesSlide8.xml" Id="R142db3cc6dd04b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5fea817bd404b" /><Relationship Type="http://schemas.openxmlformats.org/officeDocument/2006/relationships/notesSlide" Target="/ppt/notesSlides/notesSlide9.xml" Id="R0b4d2b51bbcb40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826f19f084628" /><Relationship Type="http://schemas.openxmlformats.org/officeDocument/2006/relationships/notesSlide" Target="/ppt/notesSlides/notesSlide10.xml" Id="R45b76fb0ed5747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620fd227e47e6" /><Relationship Type="http://schemas.openxmlformats.org/officeDocument/2006/relationships/notesSlide" Target="/ppt/notesSlides/notesSlide11.xml" Id="Ra94e268b3bbd4e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4c84522424be8" /><Relationship Type="http://schemas.openxmlformats.org/officeDocument/2006/relationships/notesSlide" Target="/ppt/notesSlides/notesSlide12.xml" Id="R109b297db3c843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65ecd57e140c5" /><Relationship Type="http://schemas.openxmlformats.org/officeDocument/2006/relationships/notesSlide" Target="/ppt/notesSlides/notesSlide13.xml" Id="R81bb2190b9c548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7682b0b8e47b2" /><Relationship Type="http://schemas.openxmlformats.org/officeDocument/2006/relationships/notesSlide" Target="/ppt/notesSlides/notesSlide14.xml" Id="R7fb412cee77f40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10316a02d411a" /><Relationship Type="http://schemas.openxmlformats.org/officeDocument/2006/relationships/notesSlide" Target="/ppt/notesSlides/notesSlide15.xml" Id="Rb9668de8ed6645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1e8eb15e14599" /><Relationship Type="http://schemas.openxmlformats.org/officeDocument/2006/relationships/notesSlide" Target="/ppt/notesSlides/notesSlide16.xml" Id="R2ca2a0bca7d74e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E63D0-2E25-4E71-8E95-7E56EFB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89805-ECA2-4A42-81DF-49B6433D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26DBD-46ED-4F31-80EC-756E732E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DDF34-873C-4529-8868-BE2BE6A1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格局（下）· 敗局、刑忌與定層次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C4B6E-6467-42C9-9FE9-F53914F4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第10堂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C1B01-91EC-4437-AAC8-9F16CAD7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44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壹、敗局總論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與富貴格局相對,某些星曜組合會構成「敗局」——先天較易招致刑傷、破敗、是非、勞碌的結構。但請牢記兩件事:第一,敗局有「成立條件」,不是見到一顆煞星就算;第二,敗局幾乎都有「救應」,凶而有解則不足畏。認敗局是為了「預防與化解」,不是為了「宣判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3D3D9-4CFE-41D0-AE95-E3603F20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045735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C49DA-829C-4B86-9936-73AC9A9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100B6-F0B9-4EA4-A73B-121FA5E0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1F2DA-A875-4DA8-94E0-268C775B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掌握主要凶格敗局的「成立條件」與所主。 2. 理解「刑、囚、忌」交會的破壞機制。 3. 學會判斷破格的「救應」——凶中如何有解。 4. 能綜合格局、運限、心性,定出一張盤的高低層次。 5. 建立面對凶格的正確態度:留餘地、指方向、不恐嚇。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7072B-2C97-4AB8-AC7D-96EDF249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002</a:t>
            </a:r>
          </a:p>
        </p:txBody>
      </p:sp>
    </p:spTree>
    <p:extLst>
      <p:ext uri="{BB962C8B-B14F-4D97-AF65-F5344CB8AC3E}">
        <p14:creationId xmlns:p14="http://schemas.microsoft.com/office/powerpoint/2010/main" val="87183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FA6E0-5BE8-4395-AEB3-DD7F8309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1267D-B230-4CEE-8379-D6144655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壹、敗局總論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233B9-380C-44BD-8FB5-1621C23B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B924C-EDD4-4FDE-889F-EFE33A9D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94952-440B-47DA-84D7-9BABCA8A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與富貴格局相對,某些星曜組合會構成「敗局」——先天較易招致刑傷、破敗、是非、勞碌的結構。但請牢記兩件事:第一,敗局有「成立條件」,不是見到一顆煞星就算;第二,敗局幾乎都有「救應」,凶而有解則不足畏。認敗局是為了「預防與化解」,不是為了「宣判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7ECEA-EA86-4753-9C32-3AA169C6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003</a:t>
            </a:r>
          </a:p>
        </p:txBody>
      </p:sp>
    </p:spTree>
    <p:extLst>
      <p:ext uri="{BB962C8B-B14F-4D97-AF65-F5344CB8AC3E}">
        <p14:creationId xmlns:p14="http://schemas.microsoft.com/office/powerpoint/2010/main" val="1535656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4C7D1-B321-45C1-BD7B-A06BEADE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66DD8-B6D2-40AF-BD72-79075D29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貳、主要敗局 · 成立條件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CBE6E-7BA2-4EC9-B15B-5AF047F1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敗局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成立條件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所主 / 提醒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馬頭帶箭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擎羊居午坐命(或會天馬)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衝動血光,然邊疆立功、置死地後生,吉凶兩極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羊陀夾忌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生年化忌之宮被擎羊、陀羅相夾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明暗交攻、進退維谷、糾纏難解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刑囚夾印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廉貞(囚)、天相(印)、擎羊(刑)同宮或夾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官非、牢獄、是非、血光之災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巨火擎羊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巨門、火星、擎羊會集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意外、性烈招災、是非橫生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泛水桃花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貪狼居亥子(水)逢咸池、天姚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感情氾濫、因色破敗損財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風流綵杖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貪狼與陀羅同宮(多在寅)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因色惹禍、桃花糾纏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日月反背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太陽落陷、太陰亦落陷各失其位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勞碌少成、與父母/配偶緣薄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6B9DD-2D77-4877-AC9D-A77B52BC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004</a:t>
            </a:r>
          </a:p>
        </p:txBody>
      </p:sp>
    </p:spTree>
    <p:extLst>
      <p:ext uri="{BB962C8B-B14F-4D97-AF65-F5344CB8AC3E}">
        <p14:creationId xmlns:p14="http://schemas.microsoft.com/office/powerpoint/2010/main" val="599048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D22B2-3A18-46C9-927D-4413B4A4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21497-48EA-4223-ADE1-5BE4D653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貳、主要敗局 · 成立條件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B0458-5168-4206-8AC5-4D26F47D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命無正曜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命宮空宮且三方乏力乏吉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根基浮動、依附漂泊(得吉借星可解)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命裡逢空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地空、地劫坐命或沖命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計畫落空、財散、宜技藝宗教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鈴昌陀武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鈴星、文昌、陀羅、武曲會集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限至主重大挫敗(古稱投河),須防急難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祿逢兩殺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化祿或祿存被羊陀(或火鈴)夾攻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福不全、有財難聚、好事多磨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兩重華蓋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華蓋重逢又逢空劫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孤剋清高、六親緣薄,宜宗教修行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49025-A9CA-4B8D-9D46-60E25906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005</a:t>
            </a:r>
          </a:p>
        </p:txBody>
      </p:sp>
    </p:spTree>
    <p:extLst>
      <p:ext uri="{BB962C8B-B14F-4D97-AF65-F5344CB8AC3E}">
        <p14:creationId xmlns:p14="http://schemas.microsoft.com/office/powerpoint/2010/main" val="1993683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523BA-84DC-45FE-A90A-E4F2F3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94854-2784-4139-A319-1537A54D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重點敗局深講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D15EB-2835-4C9F-BFD5-ABE1687A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1C8E3-CC35-4E60-8F59-2116F726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C449B-57D4-4D0A-9C4E-47DD801A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刑囚夾印——「印」是天相、「囚」是廉貞、「刑」是擎羊。當三者同宮或相夾,等於掌印之人(天相)同時被囚星與刑星挾持,主官司、牢獄、是非、血光。現代對應法律糾紛、合約陷阱、簽名蓋章(印)惹禍。見此格,提醒當事人凡涉法律文書務必謹慎、勿為人作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羊陀夾忌——生年化忌本就是一生的「功課、罣礙」,再被擎羊(明刀)、陀羅(暗箭)左右夾攻,等於在最在意的事情上,明裡暗裡都受磨。此格主該宮之事糾纏反覆、難以解脫。化解之道在「認清功課、放下執著」,並看大運流年是否引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馬頭帶箭——擎羊居午坐命,是最特殊的一格:午為火旺之地,羊刃遇之,凶氣被激發到極致,故「置之死地而後生」。用於安穩人生則主血光衝動,用於軍警、開創、拚搏之途,反主能在險中立大功。此格最能說明「凶格得用亦成大器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46210-D1C6-4BA1-9169-BC7E8C76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006</a:t>
            </a:r>
          </a:p>
        </p:txBody>
      </p:sp>
    </p:spTree>
    <p:extLst>
      <p:ext uri="{BB962C8B-B14F-4D97-AF65-F5344CB8AC3E}">
        <p14:creationId xmlns:p14="http://schemas.microsoft.com/office/powerpoint/2010/main" val="1838056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01943-4107-4AC2-A95A-A2B1443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90BA4-0FC9-41D5-A12B-3913E438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參、破格與救應——凶中有解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3236D-AA5B-4E7B-AE5E-04B7F726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970FC-7E80-411A-A4B2-E8B93421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8ED06-6DAC-40EE-82C1-64CCB58B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敗局不是死刑。斗數論凶,一定要同時找「救應」——有救則凶減、甚至轉危為安: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① 逢吉來會:三方四正有左右昌曲魁鉞、化科來會,如遇貴人相救,凶格化解大半。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② 化科解厄:化科為「解厄之星」,能緩和化忌之沖、化解官非是非。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③ 得祿相制:化祿、祿存能安煞、化戾氣為生機。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④ 後運轉旺:先天格破,若大限流年走入吉運,亦能否極泰來(格局定高度、運限定時機)。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5D93F-812A-4311-80D7-0CACC54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007</a:t>
            </a:r>
          </a:p>
        </p:txBody>
      </p:sp>
    </p:spTree>
    <p:extLst>
      <p:ext uri="{BB962C8B-B14F-4D97-AF65-F5344CB8AC3E}">
        <p14:creationId xmlns:p14="http://schemas.microsoft.com/office/powerpoint/2010/main" val="43395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63BBB-186D-429D-999D-20453111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3BA4D-9660-43C4-923C-1F94F37E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參、破格與救應——凶中有解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9C21E-D651-46D9-B7B0-80BF875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1E847-A59D-4BDA-A137-117511D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9654F-F97C-491F-9B75-C49584B3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⑤ 得用得地:凶格若正合其職業(如馬頭帶箭之於軍警、羊刃之於外科),則凶轉為專業之力。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2C91A-1E09-4495-986E-F6C421B6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008</a:t>
            </a:r>
          </a:p>
        </p:txBody>
      </p:sp>
    </p:spTree>
    <p:extLst>
      <p:ext uri="{BB962C8B-B14F-4D97-AF65-F5344CB8AC3E}">
        <p14:creationId xmlns:p14="http://schemas.microsoft.com/office/powerpoint/2010/main" val="932805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B3A1A-CE5C-49C6-A79D-F0429B5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61797-FCC1-4913-94C1-E13D8CDC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參、破格與救應——凶中有解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0916A-918E-4504-A3C1-02CEE29C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「好格局走壞運也黯淡,普通格局走好運也風光。」看到一個凶格就替人下判決,是命理師最要不得的傲慢。務必看整體結構、看有無救應、看後運如何——凶而有解,不足為懼。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C0EA5-2DA6-4E09-BA22-B8722E93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009</a:t>
            </a:r>
          </a:p>
        </p:txBody>
      </p:sp>
    </p:spTree>
    <p:extLst>
      <p:ext uri="{BB962C8B-B14F-4D97-AF65-F5344CB8AC3E}">
        <p14:creationId xmlns:p14="http://schemas.microsoft.com/office/powerpoint/2010/main" val="15177364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3ECD6-B411-4488-87F1-351564D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BA89F-12AE-4FD4-A1FD-B947A13D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肆、綜合定命格層次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7C9B2-D015-47B5-A8B8-B9D5201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4CB64-E975-4481-9D76-CDE765E5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2D304-832B-465E-8D8A-17B35977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結合第九、十兩堂,一張盤的層次由三個維度綜合判定,古稱可分「富、貴、貧、賤、夭」五等,但現代論命重在「傾向與方向」,不作鐵斷: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格局(先天高度):吉格多而無破→層次高;敗局多而無救→層次受限。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運限(時機配合):先天再好,也要走到好運才發;先天普通,好運亦能風光(第十七、十八堂)。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心性(後天修為):同一張盤,心性寬厚、肯修者能趨吉避凶;偏執者則放大凶性。這是命理師能真正幫上忙之處。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57CA8-0C95-42C5-B932-98D7BF8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010</a:t>
            </a:r>
          </a:p>
        </p:txBody>
      </p:sp>
    </p:spTree>
    <p:extLst>
      <p:ext uri="{BB962C8B-B14F-4D97-AF65-F5344CB8AC3E}">
        <p14:creationId xmlns:p14="http://schemas.microsoft.com/office/powerpoint/2010/main" val="9386464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F7C83-A2EB-491B-838D-5D069474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1B03C-5F9E-41D0-AE9B-F3E5352F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肆、綜合定命格層次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34D98-4D0A-4E2F-A466-B35B332A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論命三不 · 再申明 不斷人生死——即使見「夭」之古格,也絕不對客戶斷生死(古法多誇大,且生死非人能鐵斷)。 不恐嚇斂財——敗局是提醒防範,不是恐嚇改運斂財的工具。 不斷絕人希望——再差的盤,都要指出可為之處與化解方向。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5F46C-A364-4973-912F-652E3E58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011</a:t>
            </a:r>
          </a:p>
        </p:txBody>
      </p:sp>
    </p:spTree>
    <p:extLst>
      <p:ext uri="{BB962C8B-B14F-4D97-AF65-F5344CB8AC3E}">
        <p14:creationId xmlns:p14="http://schemas.microsoft.com/office/powerpoint/2010/main" val="13990199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D99FF-7253-4807-9E43-FC97DF04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565C3-246A-4F13-B945-9F06D4DD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EBBC0-D03C-46FD-831E-59B79B6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E3E9D-C7EB-40AD-B4D7-31B605D7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1F3CA-7F27-4AB6-B80E-52619B03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「刑囚夾印」由哪三顆星構成?主什麼?現代如何提醒客戶?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「羊陀夾忌」為何難解?化解方向為何?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「馬頭帶箭」為何吉凶兩極?什麼人反而適合?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列出至少三種「破格救應」的方式。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定命格層次的三個維度是什麼?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B87ED-12EA-4A5E-8988-8AFCD505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012</a:t>
            </a:r>
          </a:p>
        </p:txBody>
      </p:sp>
    </p:spTree>
    <p:extLst>
      <p:ext uri="{BB962C8B-B14F-4D97-AF65-F5344CB8AC3E}">
        <p14:creationId xmlns:p14="http://schemas.microsoft.com/office/powerpoint/2010/main" val="19137894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0F7FC-758B-48E4-A742-0F7B3EEE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FE395-6255-4E39-AC3E-165B0E6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29273-C1BE-4A30-B2A9-0576CDC7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DC032-5C57-4E6B-972C-3BCBBA54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94444-18AE-463D-9EE6-C9928A39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練習六 見到「夭」的古格,命理師該如何自處與應對?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8F24A-3F5F-4CD5-A9FC-E0E97079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013</a:t>
            </a:r>
          </a:p>
        </p:txBody>
      </p:sp>
    </p:spTree>
    <p:extLst>
      <p:ext uri="{BB962C8B-B14F-4D97-AF65-F5344CB8AC3E}">
        <p14:creationId xmlns:p14="http://schemas.microsoft.com/office/powerpoint/2010/main" val="8915768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D56E2-B59F-4724-9527-E870319D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FDD01-7D46-4B63-A156-9E372428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68615-75BD-4F9D-A038-2A40E74D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FD8E2-ADCB-4DD3-B2FB-21776C26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8D590-3192-4A75-A16A-FB661998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檢視五張命盤,找出是否有敗局,逐一判斷其成立條件與救應。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任選一個敗局,寫一段「對客戶的說法」——把凶格講成有溫度的防範提醒。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為自己的命盤做一次「格局總評」(結合第九、十堂):上格/中格/下格,並說明救應。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C2B73-4AE6-446B-A902-7D83F085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014</a:t>
            </a:r>
          </a:p>
        </p:txBody>
      </p:sp>
    </p:spTree>
    <p:extLst>
      <p:ext uri="{BB962C8B-B14F-4D97-AF65-F5344CB8AC3E}">
        <p14:creationId xmlns:p14="http://schemas.microsoft.com/office/powerpoint/2010/main" val="17339797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485DE-568B-41A5-90C5-927FFA21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D99DA-2047-4AFF-9D51-98AA4727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B6EC9-3809-4C4B-8834-05A6C2CE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第十一堂:十二宮詳論(上)· 命、夫妻、財帛、疾厄、子女、兄弟。格局理論已備,接著逐宮細論人事,並實際運用第二堂的太極點。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82B8D-3EEC-4EB2-9F73-03C12E07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015</a:t>
            </a:r>
          </a:p>
        </p:txBody>
      </p:sp>
    </p:spTree>
    <p:extLst>
      <p:ext uri="{BB962C8B-B14F-4D97-AF65-F5344CB8AC3E}">
        <p14:creationId xmlns:p14="http://schemas.microsoft.com/office/powerpoint/2010/main" val="10780669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9ABE6-7306-41CE-AB8F-73D5148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22877-8D3B-4CFD-B0B0-30D70289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F125-09F2-4612-80CA-952D326A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B929A-BF8C-4ED4-8232-A34A637B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1D598-5448-42DE-8654-AAA1ABF3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F61C2-6781-4B13-9D6E-8063B966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   016</a:t>
            </a:r>
          </a:p>
        </p:txBody>
      </p:sp>
    </p:spTree>
    <p:extLst>
      <p:ext uri="{BB962C8B-B14F-4D97-AF65-F5344CB8AC3E}">
        <p14:creationId xmlns:p14="http://schemas.microsoft.com/office/powerpoint/2010/main" val="1540410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2026-09-13T05:37:08.2330000Z</dcterms:created>
  <dcterms:modified xsi:type="dcterms:W3CDTF">2026-09-13T05:37:08.2330000Z</dcterms:modified>
</coreProperties>
</file>