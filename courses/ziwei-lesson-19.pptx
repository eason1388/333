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c1b507043a471f" /><Relationship Type="http://schemas.openxmlformats.org/officeDocument/2006/relationships/extended-properties" Target="/docProps/app.xml" Id="Rfb151d715c464bad" /><Relationship Type="http://schemas.openxmlformats.org/officeDocument/2006/relationships/officeDocument" Target="/ppt/presentation.xml" Id="R9bdf3dfab60046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3b20f304f6493c"/>
  </p:sldMasterIdLst>
  <p:notesMasterIdLst>
    <p:notesMasterId xmlns:r="http://schemas.openxmlformats.org/officeDocument/2006/relationships" r:id="R2e6e7f3b8026464e"/>
  </p:notesMasterIdLst>
  <p:sldIdLst>
    <p:sldId xmlns:r="http://schemas.openxmlformats.org/officeDocument/2006/relationships" id="256" r:id="R98893be520b94d09"/>
    <p:sldId xmlns:r="http://schemas.openxmlformats.org/officeDocument/2006/relationships" id="257" r:id="R2709b7c05af64314"/>
    <p:sldId xmlns:r="http://schemas.openxmlformats.org/officeDocument/2006/relationships" id="258" r:id="Rff29c226831646c3"/>
    <p:sldId xmlns:r="http://schemas.openxmlformats.org/officeDocument/2006/relationships" id="259" r:id="R5c7808745e484089"/>
    <p:sldId xmlns:r="http://schemas.openxmlformats.org/officeDocument/2006/relationships" id="260" r:id="R017919f6a2354a89"/>
    <p:sldId xmlns:r="http://schemas.openxmlformats.org/officeDocument/2006/relationships" id="261" r:id="Rfec7445fac0b4367"/>
    <p:sldId xmlns:r="http://schemas.openxmlformats.org/officeDocument/2006/relationships" id="262" r:id="R902f7dd247ad4725"/>
    <p:sldId xmlns:r="http://schemas.openxmlformats.org/officeDocument/2006/relationships" id="263" r:id="Rf8978289f89942dd"/>
    <p:sldId xmlns:r="http://schemas.openxmlformats.org/officeDocument/2006/relationships" id="264" r:id="Ra89ea0b288ab4966"/>
    <p:sldId xmlns:r="http://schemas.openxmlformats.org/officeDocument/2006/relationships" id="265" r:id="Rf35fc6e210494688"/>
    <p:sldId xmlns:r="http://schemas.openxmlformats.org/officeDocument/2006/relationships" id="266" r:id="Red7b6feb4c4f47b7"/>
    <p:sldId xmlns:r="http://schemas.openxmlformats.org/officeDocument/2006/relationships" id="267" r:id="R1c72fd28fd774ebc"/>
    <p:sldId xmlns:r="http://schemas.openxmlformats.org/officeDocument/2006/relationships" id="268" r:id="R1f05cbd57a0d4679"/>
    <p:sldId xmlns:r="http://schemas.openxmlformats.org/officeDocument/2006/relationships" id="269" r:id="R3eb915aa5634487e"/>
    <p:sldId xmlns:r="http://schemas.openxmlformats.org/officeDocument/2006/relationships" id="270" r:id="R91e298fcb3944f57"/>
    <p:sldId xmlns:r="http://schemas.openxmlformats.org/officeDocument/2006/relationships" id="271" r:id="R3a02a90fa2ec452d"/>
    <p:sldId xmlns:r="http://schemas.openxmlformats.org/officeDocument/2006/relationships" id="272" r:id="R4210161c5c564e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779be08570437c" /><Relationship Type="http://schemas.openxmlformats.org/officeDocument/2006/relationships/slideMaster" Target="/ppt/slideMasters/slideMaster1.xml" Id="R6c3b20f304f6493c" /><Relationship Type="http://schemas.openxmlformats.org/officeDocument/2006/relationships/notesMaster" Target="/ppt/notesMasters/notesMaster1.xml" Id="R2e6e7f3b8026464e" /><Relationship Type="http://schemas.openxmlformats.org/officeDocument/2006/relationships/presProps" Target="/ppt/presProps.xml" Id="R870f824a5e494f5e" /><Relationship Type="http://schemas.openxmlformats.org/officeDocument/2006/relationships/tableStyles" Target="/ppt/tableStyles.xml" Id="R95c329801610458e" /><Relationship Type="http://schemas.openxmlformats.org/officeDocument/2006/relationships/slide" Target="/ppt/slides/slide1.xml" Id="R98893be520b94d09" /><Relationship Type="http://schemas.openxmlformats.org/officeDocument/2006/relationships/slide" Target="/ppt/slides/slide2.xml" Id="R2709b7c05af64314" /><Relationship Type="http://schemas.openxmlformats.org/officeDocument/2006/relationships/slide" Target="/ppt/slides/slide3.xml" Id="Rff29c226831646c3" /><Relationship Type="http://schemas.openxmlformats.org/officeDocument/2006/relationships/slide" Target="/ppt/slides/slide4.xml" Id="R5c7808745e484089" /><Relationship Type="http://schemas.openxmlformats.org/officeDocument/2006/relationships/slide" Target="/ppt/slides/slide5.xml" Id="R017919f6a2354a89" /><Relationship Type="http://schemas.openxmlformats.org/officeDocument/2006/relationships/slide" Target="/ppt/slides/slide6.xml" Id="Rfec7445fac0b4367" /><Relationship Type="http://schemas.openxmlformats.org/officeDocument/2006/relationships/slide" Target="/ppt/slides/slide7.xml" Id="R902f7dd247ad4725" /><Relationship Type="http://schemas.openxmlformats.org/officeDocument/2006/relationships/slide" Target="/ppt/slides/slide8.xml" Id="Rf8978289f89942dd" /><Relationship Type="http://schemas.openxmlformats.org/officeDocument/2006/relationships/slide" Target="/ppt/slides/slide9.xml" Id="Ra89ea0b288ab4966" /><Relationship Type="http://schemas.openxmlformats.org/officeDocument/2006/relationships/slide" Target="/ppt/slides/slide10.xml" Id="Rf35fc6e210494688" /><Relationship Type="http://schemas.openxmlformats.org/officeDocument/2006/relationships/slide" Target="/ppt/slides/slide11.xml" Id="Red7b6feb4c4f47b7" /><Relationship Type="http://schemas.openxmlformats.org/officeDocument/2006/relationships/slide" Target="/ppt/slides/slide12.xml" Id="R1c72fd28fd774ebc" /><Relationship Type="http://schemas.openxmlformats.org/officeDocument/2006/relationships/slide" Target="/ppt/slides/slide13.xml" Id="R1f05cbd57a0d4679" /><Relationship Type="http://schemas.openxmlformats.org/officeDocument/2006/relationships/slide" Target="/ppt/slides/slide14.xml" Id="R3eb915aa5634487e" /><Relationship Type="http://schemas.openxmlformats.org/officeDocument/2006/relationships/slide" Target="/ppt/slides/slide15.xml" Id="R91e298fcb3944f57" /><Relationship Type="http://schemas.openxmlformats.org/officeDocument/2006/relationships/slide" Target="/ppt/slides/slide16.xml" Id="R3a02a90fa2ec452d" /><Relationship Type="http://schemas.openxmlformats.org/officeDocument/2006/relationships/slide" Target="/ppt/slides/slide17.xml" Id="R4210161c5c564e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ba6757f3bb4f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d28e36682545be" /><Relationship Type="http://schemas.openxmlformats.org/officeDocument/2006/relationships/notesMaster" Target="/ppt/notesMasters/notesMaster1.xml" Id="R0a7dbe3215944d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970de79fef4485" /><Relationship Type="http://schemas.openxmlformats.org/officeDocument/2006/relationships/notesMaster" Target="/ppt/notesMasters/notesMaster1.xml" Id="Rcfeef16580ea45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fad9057d864efa" /><Relationship Type="http://schemas.openxmlformats.org/officeDocument/2006/relationships/notesMaster" Target="/ppt/notesMasters/notesMaster1.xml" Id="R7f88dca7854649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866e2ab33a4d27" /><Relationship Type="http://schemas.openxmlformats.org/officeDocument/2006/relationships/notesMaster" Target="/ppt/notesMasters/notesMaster1.xml" Id="R334545c9bf5645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6629794541411f" /><Relationship Type="http://schemas.openxmlformats.org/officeDocument/2006/relationships/notesMaster" Target="/ppt/notesMasters/notesMaster1.xml" Id="R649667d927f945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8f21c573d9446c" /><Relationship Type="http://schemas.openxmlformats.org/officeDocument/2006/relationships/notesMaster" Target="/ppt/notesMasters/notesMaster1.xml" Id="R04522d3544d549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c8a91c4c0c4514" /><Relationship Type="http://schemas.openxmlformats.org/officeDocument/2006/relationships/notesMaster" Target="/ppt/notesMasters/notesMaster1.xml" Id="R23c3e67ea9f442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cb75032b1b49c8" /><Relationship Type="http://schemas.openxmlformats.org/officeDocument/2006/relationships/notesMaster" Target="/ppt/notesMasters/notesMaster1.xml" Id="R3382fce8dfd448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43c56501e54a84" /><Relationship Type="http://schemas.openxmlformats.org/officeDocument/2006/relationships/notesMaster" Target="/ppt/notesMasters/notesMaster1.xml" Id="R368a642952f64a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18606a32614ef2" /><Relationship Type="http://schemas.openxmlformats.org/officeDocument/2006/relationships/notesMaster" Target="/ppt/notesMasters/notesMaster1.xml" Id="R1918c4081ffb4a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2c4043cc1044e1" /><Relationship Type="http://schemas.openxmlformats.org/officeDocument/2006/relationships/notesMaster" Target="/ppt/notesMasters/notesMaster1.xml" Id="Rb1968415bfe246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a1ace16ca54321" /><Relationship Type="http://schemas.openxmlformats.org/officeDocument/2006/relationships/notesMaster" Target="/ppt/notesMasters/notesMaster1.xml" Id="Rc8495c13346047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f0e2a3d8db4f2a" /><Relationship Type="http://schemas.openxmlformats.org/officeDocument/2006/relationships/notesMaster" Target="/ppt/notesMasters/notesMaster1.xml" Id="R2e2df33ee79346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3af7d496e54c8d" /><Relationship Type="http://schemas.openxmlformats.org/officeDocument/2006/relationships/notesMaster" Target="/ppt/notesMasters/notesMaster1.xml" Id="Rcf8591a0354d49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b4d3fa1a6f4c5f" /><Relationship Type="http://schemas.openxmlformats.org/officeDocument/2006/relationships/notesMaster" Target="/ppt/notesMasters/notesMaster1.xml" Id="Rdcb02146d51143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674182b24c4469" /><Relationship Type="http://schemas.openxmlformats.org/officeDocument/2006/relationships/notesMaster" Target="/ppt/notesMasters/notesMaster1.xml" Id="R17032c6484dd44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6383b9f12d4a68" /><Relationship Type="http://schemas.openxmlformats.org/officeDocument/2006/relationships/notesMaster" Target="/ppt/notesMasters/notesMaster1.xml" Id="R4cf1ff44891547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C:\Users\eason1288\Documents\上課資料夾\紫微斗數課程\紫微斗數_第19堂_學生講義.docx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7ac46b8e34d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e83f3e2e946e8" /><Relationship Type="http://schemas.openxmlformats.org/officeDocument/2006/relationships/slideLayout" Target="/ppt/slideLayouts/slideLayout1.xml" Id="R37de5bc88edc41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de5bc88edc41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0dc57fc6a4c6a" /><Relationship Type="http://schemas.openxmlformats.org/officeDocument/2006/relationships/notesSlide" Target="/ppt/notesSlides/notesSlide1.xml" Id="R6921f7b7e7254d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794460a024750" /><Relationship Type="http://schemas.openxmlformats.org/officeDocument/2006/relationships/notesSlide" Target="/ppt/notesSlides/notesSlide2.xml" Id="R9f0cc6891e214c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71c82cbd546dc" /><Relationship Type="http://schemas.openxmlformats.org/officeDocument/2006/relationships/notesSlide" Target="/ppt/notesSlides/notesSlide3.xml" Id="Re68b9f5869f84b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c4e7b63084378" /><Relationship Type="http://schemas.openxmlformats.org/officeDocument/2006/relationships/notesSlide" Target="/ppt/notesSlides/notesSlide4.xml" Id="R6dcfefc1c6d345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b5a92f4cc4f64" /><Relationship Type="http://schemas.openxmlformats.org/officeDocument/2006/relationships/notesSlide" Target="/ppt/notesSlides/notesSlide5.xml" Id="R8885ea0c228041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59945e6da4fc3" /><Relationship Type="http://schemas.openxmlformats.org/officeDocument/2006/relationships/notesSlide" Target="/ppt/notesSlides/notesSlide6.xml" Id="Rb4aca106d7ec4e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29be0781649cf" /><Relationship Type="http://schemas.openxmlformats.org/officeDocument/2006/relationships/notesSlide" Target="/ppt/notesSlides/notesSlide7.xml" Id="R681ddf7b07184c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2ca2e9b1c49c8" /><Relationship Type="http://schemas.openxmlformats.org/officeDocument/2006/relationships/notesSlide" Target="/ppt/notesSlides/notesSlide8.xml" Id="Rb6c8300cf7d84a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059c2943a492c" /><Relationship Type="http://schemas.openxmlformats.org/officeDocument/2006/relationships/notesSlide" Target="/ppt/notesSlides/notesSlide9.xml" Id="Ra8808feece3b49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0edbe64544612" /><Relationship Type="http://schemas.openxmlformats.org/officeDocument/2006/relationships/notesSlide" Target="/ppt/notesSlides/notesSlide10.xml" Id="Rca2c948c300f4a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6c1848d414c51" /><Relationship Type="http://schemas.openxmlformats.org/officeDocument/2006/relationships/notesSlide" Target="/ppt/notesSlides/notesSlide11.xml" Id="R724849693c474b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5cc59a8154d08" /><Relationship Type="http://schemas.openxmlformats.org/officeDocument/2006/relationships/notesSlide" Target="/ppt/notesSlides/notesSlide12.xml" Id="Rbade2b0a16c642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ad532518940b1" /><Relationship Type="http://schemas.openxmlformats.org/officeDocument/2006/relationships/notesSlide" Target="/ppt/notesSlides/notesSlide13.xml" Id="R1a58f951284742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a4b1c45274b83" /><Relationship Type="http://schemas.openxmlformats.org/officeDocument/2006/relationships/notesSlide" Target="/ppt/notesSlides/notesSlide14.xml" Id="R0072d0a5a95d43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d54c9111e4d19" /><Relationship Type="http://schemas.openxmlformats.org/officeDocument/2006/relationships/notesSlide" Target="/ppt/notesSlides/notesSlide15.xml" Id="Rdacd4beb14c542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cf80e89224736" /><Relationship Type="http://schemas.openxmlformats.org/officeDocument/2006/relationships/notesSlide" Target="/ppt/notesSlides/notesSlide16.xml" Id="Rdf255c468c3342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d7fed59c64852" /><Relationship Type="http://schemas.openxmlformats.org/officeDocument/2006/relationships/notesSlide" Target="/ppt/notesSlides/notesSlide17.xml" Id="R9d673a467a6e41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8A973-383F-42FD-8237-D43E1C75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DBC12-FDCB-47E1-9909-A7556D07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拾玖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EB9AA-2490-4D15-9CB1-56497D02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0BEE3-95E4-4B71-871C-FB2701FB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主題論斷實戰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FCA84-4CB5-4F32-AB07-1702FD68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第19堂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BCF10-9AD2-43AF-BB34-CD22E061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433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壹、為什麼要有「固定路徑」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客戶上門,問的往往是具體主題:「我什麼時候能結婚?」「該不該創業?」「今年財運如何?」若沒有固定的看盤路徑,臨場容易慌亂、東看西看、掛一漏萬。老手每個主題都有一條「先看哪、再看哪、最後怎麼收」的路徑,照走即可,穩定又不遺漏。以下六大主題,各給一條路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D4B91-B41B-43C2-A1F7-5EA74978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2118107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A69D2-6E34-4238-9B37-9100CDD7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CDFE1-AFFD-4E3C-8E50-4C76CDA8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CDDF4-99AA-4F10-9046-DE998411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為客戶最常問的每一主題,建立一條「固定的看盤路徑」。 2. 掌握婚姻、事業財運、健康、六親、考運、出國置產的論斷架構。 3. 學會「本命 + 大限 + 流年」三盤合參的年度報告寫法。 4. 拿捏論斷的分寸:說重點、給方向、留餘地。 5. 能為一個人完成一份完整的年度運勢報告。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D0B4B-7DCB-4FEE-88CB-B20C7A36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002</a:t>
            </a:r>
          </a:p>
        </p:txBody>
      </p:sp>
    </p:spTree>
    <p:extLst>
      <p:ext uri="{BB962C8B-B14F-4D97-AF65-F5344CB8AC3E}">
        <p14:creationId xmlns:p14="http://schemas.microsoft.com/office/powerpoint/2010/main" val="3092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CDE4E-0124-4FAA-9FF2-20CC5D59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2007C-9451-4139-97A0-98DB27C5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壹、為什麼要有「固定路徑」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83B8C-CAA0-4A20-B276-0DD4C292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EA8D6-2A31-48CD-8863-58F49F36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0806D-215E-4A14-906C-45B3D949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客戶上門,問的往往是具體主題:「我什麼時候能結婚?」「該不該創業?」「今年財運如何?」若沒有固定的看盤路徑,臨場容易慌亂、東看西看、掛一漏萬。老手每個主題都有一條「先看哪、再看哪、最後怎麼收」的路徑,照走即可,穩定又不遺漏。以下六大主題,各給一條路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CAED6-DC9E-495A-B207-D4EED20E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003</a:t>
            </a:r>
          </a:p>
        </p:txBody>
      </p:sp>
    </p:spTree>
    <p:extLst>
      <p:ext uri="{BB962C8B-B14F-4D97-AF65-F5344CB8AC3E}">
        <p14:creationId xmlns:p14="http://schemas.microsoft.com/office/powerpoint/2010/main" val="704459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B02FA-7CFC-43ED-B0D1-63161098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5E7DA-CC53-4452-B8C0-0CB2D152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一、婚姻感情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12E67-1DC9-4E1C-94BD-44B09AAB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看盤路徑 ① 體:夫妻宮主星與亮度(配偶類型)、桃花星群(異性緣)、兼看福德(感情觀)與遷移(外緣)。 ② 用:命與夫妻互飛(態度與牽掛)、夫妻是否自化(守不守得住)、忌沖官祿(是否連累事業)。 ③ 時:大限走夫妻/命,流年紅鸞天喜、化祿入夫妻→婚期;流年忌沖夫妻→感情危機之年。 ④ 收:何時婚、對象特質、婚姻危機、二婚/外遇傾向——說傾向與時段,不把話說死。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393D4-6DB7-4F25-8978-7AFD27CE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004</a:t>
            </a:r>
          </a:p>
        </p:txBody>
      </p:sp>
    </p:spTree>
    <p:extLst>
      <p:ext uri="{BB962C8B-B14F-4D97-AF65-F5344CB8AC3E}">
        <p14:creationId xmlns:p14="http://schemas.microsoft.com/office/powerpoint/2010/main" val="740511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B93E1-3FB9-4E1D-9687-D50873F0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4B972-C9F1-4F79-8769-7C9C282A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二、事業財運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E5B3C-468A-402E-B1E3-06C3D905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看盤路徑 ① 體:命財官三合(財官格)、官祿主星(事業取向)、財帛與田宅福德(賺、存、花)。 ② 用:命/財飛化的金流去向、田宅是否自化忌(存不存得住)、忌沖之宮(因何破財)。 ③ 時:大限引動命財官→事業財富的高低十年;流年祿入財官→進財升遷之年,忌沖則守。 ④ 收:適合行業、創業或上班、財富規模傾向、破財與合夥之防——給方向,不保證數字。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70790-259F-4FD2-A4A7-45B12C97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005</a:t>
            </a:r>
          </a:p>
        </p:txBody>
      </p:sp>
    </p:spTree>
    <p:extLst>
      <p:ext uri="{BB962C8B-B14F-4D97-AF65-F5344CB8AC3E}">
        <p14:creationId xmlns:p14="http://schemas.microsoft.com/office/powerpoint/2010/main" val="1954546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96D8A-C1AB-4C65-BB0F-8440361C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1C7F0-35C9-432B-8F60-422F8184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三、健康疾厄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47BAB-0308-4F9D-AEEA-6269E24E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看盤路徑 ① 體:疾厄主星五行對應臟腑(先天弱點)、煞星定病之形態(羊開刀、陀慢性、火鈴炎、空劫虛)。 ② 用:疾厄與命/福德互飛(情緒與健康的關聯)、忌沖疾厄之宮。 ③ 時:大限、流年化忌沖疾厄或命→須留意保養與檢查之年。 ④ 收:只判「該保養的部位與情緒關聯」,一律建議就醫檢查;不診斷、不斷生死。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A385A-5921-4C7F-8E60-7DA30EFC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006</a:t>
            </a:r>
          </a:p>
        </p:txBody>
      </p:sp>
    </p:spTree>
    <p:extLst>
      <p:ext uri="{BB962C8B-B14F-4D97-AF65-F5344CB8AC3E}">
        <p14:creationId xmlns:p14="http://schemas.microsoft.com/office/powerpoint/2010/main" val="1919044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341B0-CA50-4BEC-8E1D-A45E616A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A0635-6DEF-48BD-B6AB-2E32DEFA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四、六親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4AD6C-0E6D-4BD3-9F58-56EEB41F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看盤路徑 ① 太極:論誰,就把太極點移到誰的宮(論母親→兄弟宮,論父親→父母宮,論子女→子女宮)。 ② 體:該六親宮主星、吉煞、孤寡星(緣厚緣薄的先天底)。 ③ 用:該六親宮與命互飛——祿來為緣厚助力、忌往為牽掛付出。 ④ 收:緣分厚薄、助力或牽掛、相處之道——論六親尤須留口德。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C52E1-7070-4F0E-B183-7D227219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007</a:t>
            </a:r>
          </a:p>
        </p:txBody>
      </p:sp>
    </p:spTree>
    <p:extLst>
      <p:ext uri="{BB962C8B-B14F-4D97-AF65-F5344CB8AC3E}">
        <p14:creationId xmlns:p14="http://schemas.microsoft.com/office/powerpoint/2010/main" val="1201586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DA869-0DF4-42E0-BACB-700A0EA3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8106D-A56F-4633-8B9D-DAEB48DD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五、學業考運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9C033-19ED-4C24-A270-5F40B0C2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看盤路徑 ① 體:命/官是否成「陽梁昌祿」;文昌文曲的廟旺與化科;父母宮(文書師長)。 ② 用:化科入命/官(名與文書順)、昌曲逢忌(考試失常之防)。 ③ 時:大限、流年化科或文昌引動命官→考運佳之年;忌沖則失常。 ④ 收:讀書考試的天賦與利科、國考公職的適配、應考之年——鼓勵為主。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D0F31-CB78-41C3-9CF6-47FDFEAC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008</a:t>
            </a:r>
          </a:p>
        </p:txBody>
      </p:sp>
    </p:spTree>
    <p:extLst>
      <p:ext uri="{BB962C8B-B14F-4D97-AF65-F5344CB8AC3E}">
        <p14:creationId xmlns:p14="http://schemas.microsoft.com/office/powerpoint/2010/main" val="1332723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8BCA5-DBFF-46B1-A815-89166538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112DF-79F0-49F3-BF2B-AB1452B0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六、出國移民與置產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B22D6-94DF-4ABB-A9EB-16EC4BF0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看盤路徑 ① 體:遷移宮(驛馬、出外際遇)、天馬星、田宅宮(置產、居所變動)。 ② 用:命/遷/田互飛,祿馬交馳主動中得利、忌入遷主在外辛勞。 ③ 時:大限流年引動遷移/田宅→搬遷、出國、置產之年。 ④ 收:宜不宜外出發展、置產時機與方位傾向——給方向,尊重當事人選擇。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CCAF9-74B6-4351-A238-BCD00B2B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009</a:t>
            </a:r>
          </a:p>
        </p:txBody>
      </p:sp>
    </p:spTree>
    <p:extLst>
      <p:ext uri="{BB962C8B-B14F-4D97-AF65-F5344CB8AC3E}">
        <p14:creationId xmlns:p14="http://schemas.microsoft.com/office/powerpoint/2010/main" val="1405952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93389-2A69-43E3-8526-7F34F327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91BD0-F6A0-4D84-857D-3E076828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參、三盤合參的年度報告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DD903-7B91-4B89-A1E5-1904761E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827E7-8270-4E00-B995-783526E4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64AA0-86A8-4504-BD1F-0DEEF9A0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一份完整的年度運勢報告,是「本命 + 大限 + 流年」三盤合參的成果,建議依此結構撰寫: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82C02-E342-40EE-A1E1-795E152D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010</a:t>
            </a:r>
          </a:p>
        </p:txBody>
      </p:sp>
    </p:spTree>
    <p:extLst>
      <p:ext uri="{BB962C8B-B14F-4D97-AF65-F5344CB8AC3E}">
        <p14:creationId xmlns:p14="http://schemas.microsoft.com/office/powerpoint/2010/main" val="12799489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DC25A-31C4-400D-8E3F-072FACD9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87FF0-BBB2-42EF-B2A4-F4A4A924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四、建議 趨吉避凶的具體方向與提醒——這是報告的價值所在。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31A5E-7FFD-47B4-9555-04C71CD2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師傳心法 每個主題都要有一條「固定的看盤路徑」,臨場才不會慌。論斷的分寸永遠是:說重點、給方向、留餘地——把話說死是新手最常犯的錯。你的責任是照亮路,不是替人關上門。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EF1B4-A63E-4A54-AED2-66ECF907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011</a:t>
            </a:r>
          </a:p>
        </p:txBody>
      </p:sp>
    </p:spTree>
    <p:extLst>
      <p:ext uri="{BB962C8B-B14F-4D97-AF65-F5344CB8AC3E}">
        <p14:creationId xmlns:p14="http://schemas.microsoft.com/office/powerpoint/2010/main" val="3163899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EB446-0A2E-4BD9-990D-6C60584B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9E852-70FB-4818-9CEA-C9EE337F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肆、論斷的分寸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97B26-7286-4BB5-9895-8C1CC118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5FB66-1B09-43BA-A14E-0B5A412A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EED53-159D-4CFB-91E6-8E3D95BA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說重點:抓強旺宮(王牌)與破敗宮(罩門),先講最要緊的,不流水帳。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給方向:凡指出問題,必附「可以怎麼做」的趨避方向。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留餘地:講「傾向、時段、機率」,不講「必定、鐵定、劫數」;凶事尤須留一線。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073CA-DA5A-4FB1-A06B-144D8A06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012</a:t>
            </a:r>
          </a:p>
        </p:txBody>
      </p:sp>
    </p:spTree>
    <p:extLst>
      <p:ext uri="{BB962C8B-B14F-4D97-AF65-F5344CB8AC3E}">
        <p14:creationId xmlns:p14="http://schemas.microsoft.com/office/powerpoint/2010/main" val="15584041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8A416-84A7-4533-8B8E-B87A0A53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DEA2D-76CB-4F2E-914D-72A9C21D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D1445-09AB-4DB7-806A-049F0E75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4F8DA-A246-4AF0-8189-2DA90884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57E2B-9FB0-4B8B-A338-9ECFF1BD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論「婚姻」的看盤路徑,體、用、時、收各看什麼?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論「六親」的第一步為何最關鍵?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「陽梁昌祿」在哪個主題最常用?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三盤合參年度報告的四大結構是什麼?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把「你今年會破財」改寫成「說重點、給方向、留餘地」的說法: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A4248-D5C1-49A9-8B03-B84AC45A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013</a:t>
            </a:r>
          </a:p>
        </p:txBody>
      </p:sp>
    </p:spTree>
    <p:extLst>
      <p:ext uri="{BB962C8B-B14F-4D97-AF65-F5344CB8AC3E}">
        <p14:creationId xmlns:p14="http://schemas.microsoft.com/office/powerpoint/2010/main" val="8615651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7F187-F060-4672-9A9E-7A182944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13276-EED1-4B64-B528-F0AB3A81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D81AA-0EBF-4380-8A57-EB2238E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B28FC-9144-406C-92CE-F2A23EEB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7BFDF-73B6-477C-90FE-3BA08D63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1FB98-C77E-4005-A7C1-C1FC9AB2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014</a:t>
            </a:r>
          </a:p>
        </p:txBody>
      </p:sp>
    </p:spTree>
    <p:extLst>
      <p:ext uri="{BB962C8B-B14F-4D97-AF65-F5344CB8AC3E}">
        <p14:creationId xmlns:p14="http://schemas.microsoft.com/office/powerpoint/2010/main" val="9111958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635C0-7767-4269-AFCE-CEC121C7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BB294-3D51-4EFB-849E-7448121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8438E-9375-4F04-B663-6F218BCF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721CB-8835-452B-AEFE-FFC8C8AD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04DD2-585F-473D-8415-463D3867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為一位親友做一份完整的年度運勢報告(四大結構、六大方向、重點月份)。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挑三個主題,各對一張盤走完整看盤路徑並下結論。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練習把五句「凶話」改寫成有溫度、留餘地的說法。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578A9-5090-4BD7-AA3C-EDBE41B4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015</a:t>
            </a:r>
          </a:p>
        </p:txBody>
      </p:sp>
    </p:spTree>
    <p:extLst>
      <p:ext uri="{BB962C8B-B14F-4D97-AF65-F5344CB8AC3E}">
        <p14:creationId xmlns:p14="http://schemas.microsoft.com/office/powerpoint/2010/main" val="20737057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17F49-0ABF-4C83-97A7-EF8D6147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5645C-9E35-4278-812B-B2E3627B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47F08-D6D3-4881-B27B-43A2CD1F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下堂預告(結業堂) 第二十堂:諮詢心法 · 執業倫理 · 結業考核。學會坐在客戶對面把命理講成服務,守住職業倫理,並完成結業驗收,正式出師。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06AAB-F16C-4B17-A8AF-0236C2D5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016</a:t>
            </a:r>
          </a:p>
        </p:txBody>
      </p:sp>
    </p:spTree>
    <p:extLst>
      <p:ext uri="{BB962C8B-B14F-4D97-AF65-F5344CB8AC3E}">
        <p14:creationId xmlns:p14="http://schemas.microsoft.com/office/powerpoint/2010/main" val="13549138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1BFD5-9319-4022-8B37-DEE98C3E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80805-789A-4560-B218-FBBCC62B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C30F4-6A4B-4F30-BD0E-57ADAD87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C8E69-F6F4-467A-A915-4A490F77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EFA94-255E-474F-A64D-E0D100F1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222C3-A78F-48F7-B607-22E31B8F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拾玖   017</a:t>
            </a:r>
          </a:p>
        </p:txBody>
      </p:sp>
    </p:spTree>
    <p:extLst>
      <p:ext uri="{BB962C8B-B14F-4D97-AF65-F5344CB8AC3E}">
        <p14:creationId xmlns:p14="http://schemas.microsoft.com/office/powerpoint/2010/main" val="699754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2026-09-13T05:38:28.5960000Z</dcterms:created>
  <dcterms:modified xsi:type="dcterms:W3CDTF">2026-09-13T05:38:28.5960000Z</dcterms:modified>
</coreProperties>
</file>