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b5058880df44e9" /><Relationship Type="http://schemas.openxmlformats.org/officeDocument/2006/relationships/extended-properties" Target="/docProps/app.xml" Id="R24d33f77d9cf4825" /><Relationship Type="http://schemas.openxmlformats.org/officeDocument/2006/relationships/officeDocument" Target="/ppt/presentation.xml" Id="R08bba015908f49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a8480ef1847bd"/>
  </p:sldMasterIdLst>
  <p:notesMasterIdLst>
    <p:notesMasterId xmlns:r="http://schemas.openxmlformats.org/officeDocument/2006/relationships" r:id="R10568ab2b16d4a6c"/>
  </p:notesMasterIdLst>
  <p:sldIdLst>
    <p:sldId xmlns:r="http://schemas.openxmlformats.org/officeDocument/2006/relationships" id="256" r:id="R514ac667e3e349ca"/>
    <p:sldId xmlns:r="http://schemas.openxmlformats.org/officeDocument/2006/relationships" id="257" r:id="R7df58280b75f479f"/>
    <p:sldId xmlns:r="http://schemas.openxmlformats.org/officeDocument/2006/relationships" id="258" r:id="R923c7d4519784d0e"/>
    <p:sldId xmlns:r="http://schemas.openxmlformats.org/officeDocument/2006/relationships" id="259" r:id="R606e365e45f74aa1"/>
    <p:sldId xmlns:r="http://schemas.openxmlformats.org/officeDocument/2006/relationships" id="260" r:id="R3f3f7ff220524cd8"/>
    <p:sldId xmlns:r="http://schemas.openxmlformats.org/officeDocument/2006/relationships" id="261" r:id="Re234b31d95034f3d"/>
    <p:sldId xmlns:r="http://schemas.openxmlformats.org/officeDocument/2006/relationships" id="262" r:id="R2ea77e8f6b35473b"/>
    <p:sldId xmlns:r="http://schemas.openxmlformats.org/officeDocument/2006/relationships" id="263" r:id="R4e6585d5fa0d4754"/>
    <p:sldId xmlns:r="http://schemas.openxmlformats.org/officeDocument/2006/relationships" id="264" r:id="R4df2948691674b95"/>
    <p:sldId xmlns:r="http://schemas.openxmlformats.org/officeDocument/2006/relationships" id="265" r:id="R3e234e80b90e4805"/>
    <p:sldId xmlns:r="http://schemas.openxmlformats.org/officeDocument/2006/relationships" id="266" r:id="R162bfac25dd14a19"/>
    <p:sldId xmlns:r="http://schemas.openxmlformats.org/officeDocument/2006/relationships" id="267" r:id="Rc1ae7aefdeb54c6a"/>
    <p:sldId xmlns:r="http://schemas.openxmlformats.org/officeDocument/2006/relationships" id="268" r:id="R2ba898316a7849f9"/>
    <p:sldId xmlns:r="http://schemas.openxmlformats.org/officeDocument/2006/relationships" id="269" r:id="Ra922b8714bdf4241"/>
    <p:sldId xmlns:r="http://schemas.openxmlformats.org/officeDocument/2006/relationships" id="270" r:id="R4ab0a4eb602449a8"/>
    <p:sldId xmlns:r="http://schemas.openxmlformats.org/officeDocument/2006/relationships" id="271" r:id="R861e6ab6375547d2"/>
    <p:sldId xmlns:r="http://schemas.openxmlformats.org/officeDocument/2006/relationships" id="272" r:id="R33dd9d33099c465d"/>
    <p:sldId xmlns:r="http://schemas.openxmlformats.org/officeDocument/2006/relationships" id="273" r:id="R59eb141ec3a44dc6"/>
    <p:sldId xmlns:r="http://schemas.openxmlformats.org/officeDocument/2006/relationships" id="274" r:id="R85472b4326304c4e"/>
    <p:sldId xmlns:r="http://schemas.openxmlformats.org/officeDocument/2006/relationships" id="275" r:id="Rc63a458334294e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fa0184f9ea4f55" /><Relationship Type="http://schemas.openxmlformats.org/officeDocument/2006/relationships/slideMaster" Target="/ppt/slideMasters/slideMaster1.xml" Id="R93ea8480ef1847bd" /><Relationship Type="http://schemas.openxmlformats.org/officeDocument/2006/relationships/notesMaster" Target="/ppt/notesMasters/notesMaster1.xml" Id="R10568ab2b16d4a6c" /><Relationship Type="http://schemas.openxmlformats.org/officeDocument/2006/relationships/presProps" Target="/ppt/presProps.xml" Id="R777c005a7c904421" /><Relationship Type="http://schemas.openxmlformats.org/officeDocument/2006/relationships/tableStyles" Target="/ppt/tableStyles.xml" Id="Rf33bc8d91303485d" /><Relationship Type="http://schemas.openxmlformats.org/officeDocument/2006/relationships/slide" Target="/ppt/slides/slide1.xml" Id="R514ac667e3e349ca" /><Relationship Type="http://schemas.openxmlformats.org/officeDocument/2006/relationships/slide" Target="/ppt/slides/slide2.xml" Id="R7df58280b75f479f" /><Relationship Type="http://schemas.openxmlformats.org/officeDocument/2006/relationships/slide" Target="/ppt/slides/slide3.xml" Id="R923c7d4519784d0e" /><Relationship Type="http://schemas.openxmlformats.org/officeDocument/2006/relationships/slide" Target="/ppt/slides/slide4.xml" Id="R606e365e45f74aa1" /><Relationship Type="http://schemas.openxmlformats.org/officeDocument/2006/relationships/slide" Target="/ppt/slides/slide5.xml" Id="R3f3f7ff220524cd8" /><Relationship Type="http://schemas.openxmlformats.org/officeDocument/2006/relationships/slide" Target="/ppt/slides/slide6.xml" Id="Re234b31d95034f3d" /><Relationship Type="http://schemas.openxmlformats.org/officeDocument/2006/relationships/slide" Target="/ppt/slides/slide7.xml" Id="R2ea77e8f6b35473b" /><Relationship Type="http://schemas.openxmlformats.org/officeDocument/2006/relationships/slide" Target="/ppt/slides/slide8.xml" Id="R4e6585d5fa0d4754" /><Relationship Type="http://schemas.openxmlformats.org/officeDocument/2006/relationships/slide" Target="/ppt/slides/slide9.xml" Id="R4df2948691674b95" /><Relationship Type="http://schemas.openxmlformats.org/officeDocument/2006/relationships/slide" Target="/ppt/slides/slide10.xml" Id="R3e234e80b90e4805" /><Relationship Type="http://schemas.openxmlformats.org/officeDocument/2006/relationships/slide" Target="/ppt/slides/slide11.xml" Id="R162bfac25dd14a19" /><Relationship Type="http://schemas.openxmlformats.org/officeDocument/2006/relationships/slide" Target="/ppt/slides/slide12.xml" Id="Rc1ae7aefdeb54c6a" /><Relationship Type="http://schemas.openxmlformats.org/officeDocument/2006/relationships/slide" Target="/ppt/slides/slide13.xml" Id="R2ba898316a7849f9" /><Relationship Type="http://schemas.openxmlformats.org/officeDocument/2006/relationships/slide" Target="/ppt/slides/slide14.xml" Id="Ra922b8714bdf4241" /><Relationship Type="http://schemas.openxmlformats.org/officeDocument/2006/relationships/slide" Target="/ppt/slides/slide15.xml" Id="R4ab0a4eb602449a8" /><Relationship Type="http://schemas.openxmlformats.org/officeDocument/2006/relationships/slide" Target="/ppt/slides/slide16.xml" Id="R861e6ab6375547d2" /><Relationship Type="http://schemas.openxmlformats.org/officeDocument/2006/relationships/slide" Target="/ppt/slides/slide17.xml" Id="R33dd9d33099c465d" /><Relationship Type="http://schemas.openxmlformats.org/officeDocument/2006/relationships/slide" Target="/ppt/slides/slide18.xml" Id="R59eb141ec3a44dc6" /><Relationship Type="http://schemas.openxmlformats.org/officeDocument/2006/relationships/slide" Target="/ppt/slides/slide19.xml" Id="R85472b4326304c4e" /><Relationship Type="http://schemas.openxmlformats.org/officeDocument/2006/relationships/slide" Target="/ppt/slides/slide20.xml" Id="Rc63a458334294e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880474ee2d4e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6fe88283a43c8" /><Relationship Type="http://schemas.openxmlformats.org/officeDocument/2006/relationships/notesMaster" Target="/ppt/notesMasters/notesMaster1.xml" Id="Rd94cf7706d50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ca6afc65d4fa8" /><Relationship Type="http://schemas.openxmlformats.org/officeDocument/2006/relationships/notesMaster" Target="/ppt/notesMasters/notesMaster1.xml" Id="R84158ffd9c3d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fcd0b1f4b436f" /><Relationship Type="http://schemas.openxmlformats.org/officeDocument/2006/relationships/notesMaster" Target="/ppt/notesMasters/notesMaster1.xml" Id="Rfe85e13cd40c40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a090f82b8c45cf" /><Relationship Type="http://schemas.openxmlformats.org/officeDocument/2006/relationships/notesMaster" Target="/ppt/notesMasters/notesMaster1.xml" Id="R0ca11a7c9eb640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8aca7a5b2e4e1e" /><Relationship Type="http://schemas.openxmlformats.org/officeDocument/2006/relationships/notesMaster" Target="/ppt/notesMasters/notesMaster1.xml" Id="Rf56d098a38774c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bb165ef9c34cff" /><Relationship Type="http://schemas.openxmlformats.org/officeDocument/2006/relationships/notesMaster" Target="/ppt/notesMasters/notesMaster1.xml" Id="R1d43e188748742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38b32f655e4bba" /><Relationship Type="http://schemas.openxmlformats.org/officeDocument/2006/relationships/notesMaster" Target="/ppt/notesMasters/notesMaster1.xml" Id="R234dae31f7d54e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4eaec9327643ad" /><Relationship Type="http://schemas.openxmlformats.org/officeDocument/2006/relationships/notesMaster" Target="/ppt/notesMasters/notesMaster1.xml" Id="Re21c3cf3770045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a3cac80d9463e" /><Relationship Type="http://schemas.openxmlformats.org/officeDocument/2006/relationships/notesMaster" Target="/ppt/notesMasters/notesMaster1.xml" Id="R3bb3d5797e9149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1917327c1042a8" /><Relationship Type="http://schemas.openxmlformats.org/officeDocument/2006/relationships/notesMaster" Target="/ppt/notesMasters/notesMaster1.xml" Id="Re01f3f867f794a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dab7d954ac49f8" /><Relationship Type="http://schemas.openxmlformats.org/officeDocument/2006/relationships/notesMaster" Target="/ppt/notesMasters/notesMaster1.xml" Id="Rcfbe177d5c894c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c067b3d4bd44f4" /><Relationship Type="http://schemas.openxmlformats.org/officeDocument/2006/relationships/notesMaster" Target="/ppt/notesMasters/notesMaster1.xml" Id="R9de495d755094c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62272408b640c2" /><Relationship Type="http://schemas.openxmlformats.org/officeDocument/2006/relationships/notesMaster" Target="/ppt/notesMasters/notesMaster1.xml" Id="R0d15f689581c46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bc7f509e4f47a1" /><Relationship Type="http://schemas.openxmlformats.org/officeDocument/2006/relationships/notesMaster" Target="/ppt/notesMasters/notesMaster1.xml" Id="R5851fae3c55144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bdcd2b6c714280" /><Relationship Type="http://schemas.openxmlformats.org/officeDocument/2006/relationships/notesMaster" Target="/ppt/notesMasters/notesMaster1.xml" Id="R625d2855109d42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d4fa1c728440e9" /><Relationship Type="http://schemas.openxmlformats.org/officeDocument/2006/relationships/notesMaster" Target="/ppt/notesMasters/notesMaster1.xml" Id="Rf6dbbb604d8d43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48f6d717c84454" /><Relationship Type="http://schemas.openxmlformats.org/officeDocument/2006/relationships/notesMaster" Target="/ppt/notesMasters/notesMaster1.xml" Id="R47ff9c523b0048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2b8bc14f33402b" /><Relationship Type="http://schemas.openxmlformats.org/officeDocument/2006/relationships/notesMaster" Target="/ppt/notesMasters/notesMaster1.xml" Id="R211e02a6e60f46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bafa43185d4a3e" /><Relationship Type="http://schemas.openxmlformats.org/officeDocument/2006/relationships/notesMaster" Target="/ppt/notesMasters/notesMaster1.xml" Id="R0f3bce3bb06243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ccd61ad8df4c6f" /><Relationship Type="http://schemas.openxmlformats.org/officeDocument/2006/relationships/notesMaster" Target="/ppt/notesMasters/notesMaster1.xml" Id="Reec336c849d64c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C:\Users\eason1288\Documents\上課資料夾\紫微斗數課程\紫微斗數_第8堂_學生講義.docx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00a0fd7d34a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64e3018d724e52" /><Relationship Type="http://schemas.openxmlformats.org/officeDocument/2006/relationships/slideLayout" Target="/ppt/slideLayouts/slideLayout1.xml" Id="Raaa846e3e9d2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a846e3e9d2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b8419c5484eca" /><Relationship Type="http://schemas.openxmlformats.org/officeDocument/2006/relationships/notesSlide" Target="/ppt/notesSlides/notesSlide1.xml" Id="R685cb4052f7f47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370ddb1fd4a2d" /><Relationship Type="http://schemas.openxmlformats.org/officeDocument/2006/relationships/notesSlide" Target="/ppt/notesSlides/notesSlide2.xml" Id="R7d5f1373be8b4c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3f62d70194f9b" /><Relationship Type="http://schemas.openxmlformats.org/officeDocument/2006/relationships/notesSlide" Target="/ppt/notesSlides/notesSlide3.xml" Id="R756ab5f20f4c46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4f88656a9434b" /><Relationship Type="http://schemas.openxmlformats.org/officeDocument/2006/relationships/notesSlide" Target="/ppt/notesSlides/notesSlide4.xml" Id="Rfd71120804ad40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74544f87944b2" /><Relationship Type="http://schemas.openxmlformats.org/officeDocument/2006/relationships/notesSlide" Target="/ppt/notesSlides/notesSlide5.xml" Id="R777d62685d6c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ee1178024f45" /><Relationship Type="http://schemas.openxmlformats.org/officeDocument/2006/relationships/notesSlide" Target="/ppt/notesSlides/notesSlide6.xml" Id="R0e72794d81ae4c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5de76828e4f3d" /><Relationship Type="http://schemas.openxmlformats.org/officeDocument/2006/relationships/notesSlide" Target="/ppt/notesSlides/notesSlide7.xml" Id="R80cb467cd10b47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2a04189444e27" /><Relationship Type="http://schemas.openxmlformats.org/officeDocument/2006/relationships/notesSlide" Target="/ppt/notesSlides/notesSlide8.xml" Id="Rb51d2e0243c148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deda5636f48b0" /><Relationship Type="http://schemas.openxmlformats.org/officeDocument/2006/relationships/notesSlide" Target="/ppt/notesSlides/notesSlide9.xml" Id="R5b6561eaf09847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913d787af4537" /><Relationship Type="http://schemas.openxmlformats.org/officeDocument/2006/relationships/notesSlide" Target="/ppt/notesSlides/notesSlide10.xml" Id="R662cb8ceb64c47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e6599278b4014" /><Relationship Type="http://schemas.openxmlformats.org/officeDocument/2006/relationships/notesSlide" Target="/ppt/notesSlides/notesSlide11.xml" Id="R72a8508e55cf4b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775cada344640" /><Relationship Type="http://schemas.openxmlformats.org/officeDocument/2006/relationships/notesSlide" Target="/ppt/notesSlides/notesSlide12.xml" Id="R4f18552a1fe243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06227d20546d5" /><Relationship Type="http://schemas.openxmlformats.org/officeDocument/2006/relationships/notesSlide" Target="/ppt/notesSlides/notesSlide13.xml" Id="R38e8a456a6b44c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b98f421b34b83" /><Relationship Type="http://schemas.openxmlformats.org/officeDocument/2006/relationships/notesSlide" Target="/ppt/notesSlides/notesSlide14.xml" Id="Rc96ee093af6c47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1df1280af4268" /><Relationship Type="http://schemas.openxmlformats.org/officeDocument/2006/relationships/notesSlide" Target="/ppt/notesSlides/notesSlide15.xml" Id="Rd348201889e14a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5a45c293e4ea3" /><Relationship Type="http://schemas.openxmlformats.org/officeDocument/2006/relationships/notesSlide" Target="/ppt/notesSlides/notesSlide16.xml" Id="R7385720bc2ce4c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f64fd633a4790" /><Relationship Type="http://schemas.openxmlformats.org/officeDocument/2006/relationships/notesSlide" Target="/ppt/notesSlides/notesSlide17.xml" Id="R41f69f45ec1844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b0c6905d04682" /><Relationship Type="http://schemas.openxmlformats.org/officeDocument/2006/relationships/notesSlide" Target="/ppt/notesSlides/notesSlide18.xml" Id="R6151986c0ef540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1149d0a51450f" /><Relationship Type="http://schemas.openxmlformats.org/officeDocument/2006/relationships/notesSlide" Target="/ppt/notesSlides/notesSlide19.xml" Id="R0a12cb334a7644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df45e135f4d41" /><Relationship Type="http://schemas.openxmlformats.org/officeDocument/2006/relationships/notesSlide" Target="/ppt/notesSlides/notesSlide20.xml" Id="R8bac04c8712343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AF104-068D-462B-AA01-3AF5E50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1042E-035B-4913-A53A-F0965FBA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3AAB8-35BD-4B6A-B8DD-72575762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C8DFF-C871-4B06-BE42-FFB3C668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廟旺利陷與星情組合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32065-7D59-4CFC-928F-353A07FE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第8堂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6CE9C-B0AE-41DA-BC6F-C547937E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壹、廟旺利陷——星曜的亮度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每一顆星落在不同的地支宮位,會有強弱之別,如同月亮有圓有缺。這個「亮度」共分五級,由強到弱為:廟、旺、利(得地)、平(平和)、陷(落陷)。亮度不改變星的本性,但決定它「發揮得好不好」。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BE0C7-E57F-4C7E-861E-04642947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856742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AF7EA-6F29-4DAE-B89C-45F32FC8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C0995-7199-4D50-91E2-5B283F3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71126-9883-4755-80AC-0072A143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理解廟旺利平陷五級亮度,及其對吉星、凶星的加減影響。 2. 學會「借星安宮」——命宮無主星時如何取用對宮。 3. 掌握主星在各地支的旺陷提要,判斷星力強弱。 4. 認識十二基本盤面與主要「雙星同宮」組合的星情。 5. 能把「主星 + 亮度 + 四化 + 吉煞」合成一組完整星情。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39A87-E917-488C-87DE-28455346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002</a:t>
            </a:r>
          </a:p>
        </p:txBody>
      </p:sp>
    </p:spTree>
    <p:extLst>
      <p:ext uri="{BB962C8B-B14F-4D97-AF65-F5344CB8AC3E}">
        <p14:creationId xmlns:p14="http://schemas.microsoft.com/office/powerpoint/2010/main" val="1937112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6B8B9-42E2-4BD7-BBCF-ED73E78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62566-8D57-4AB9-82E2-4547CF74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壹、廟旺利陷——星曜的亮度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99C37-7BA4-4D42-AC7A-8281FC35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714FA-C0B2-4C96-B24E-118ED558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BD431-B84B-49FE-8195-F877AC1A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每一顆星落在不同的地支宮位,會有強弱之別,如同月亮有圓有缺。這個「亮度」共分五級,由強到弱為:廟、旺、利(得地)、平(平和)、陷(落陷)。亮度不改變星的本性,但決定它「發揮得好不好」。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CEC61-92BA-4474-BA69-DBFA771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003</a:t>
            </a:r>
          </a:p>
        </p:txBody>
      </p:sp>
    </p:spTree>
    <p:extLst>
      <p:ext uri="{BB962C8B-B14F-4D97-AF65-F5344CB8AC3E}">
        <p14:creationId xmlns:p14="http://schemas.microsoft.com/office/powerpoint/2010/main" val="232130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CCEBF-0E17-4F4F-9D88-48553D6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73E87-418E-4707-8DF5-1EB9F9B8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壹、廟旺利陷——星曜的亮度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AD5A2-91F9-4AA2-A173-D32AF00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亮度的作用法則 吉星廟旺:如虎添翼,優點盡顯;吉星落陷:有心無力,優點打折。 凶(煞)星廟旺:凶性收斂,反能為用(如擎羊入廟成專技);凶星落陷:凶性盡出,為害最烈。 一句話:亮度是星力的「音量鈕」,不換歌,只調大小。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D2FE0-B990-46BA-B3C9-8EA94124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004</a:t>
            </a:r>
          </a:p>
        </p:txBody>
      </p:sp>
    </p:spTree>
    <p:extLst>
      <p:ext uri="{BB962C8B-B14F-4D97-AF65-F5344CB8AC3E}">
        <p14:creationId xmlns:p14="http://schemas.microsoft.com/office/powerpoint/2010/main" val="693887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CE000-D984-4893-8CBF-D4EB50C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8E493-C479-4C1B-AFB8-367ADBB9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借星安宮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5F353-B5F7-4230-B922-59A85E97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08F97-7BED-41A7-91EF-C75E74FC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0FEB6-9E50-47DB-AB2A-1BC68D3C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若某宮(尤其命宮)沒有十四主星坐守,稱「空宮」。此時須「借星安宮」——把對宮的主星借過來論斷(同時參考本宮的吉煞雜曜)。空宮不代表命不好,只是本宮特質較依附對宮而顯,人生較易受環境牽引。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57266-2F9D-46A2-92C2-E026DDE2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005</a:t>
            </a:r>
          </a:p>
        </p:txBody>
      </p:sp>
    </p:spTree>
    <p:extLst>
      <p:ext uri="{BB962C8B-B14F-4D97-AF65-F5344CB8AC3E}">
        <p14:creationId xmlns:p14="http://schemas.microsoft.com/office/powerpoint/2010/main" val="1468490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1A2CF-042C-4A30-89CB-73EC1C03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C0F54-D2DD-447E-A2A1-45843CBA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貳、主星旺陷提要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2942D-E253-4C3A-A02E-E2888913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9C38F-A422-461C-81F8-83538FD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8850A-212E-4656-8A8C-CCA94106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下表列各主星「最得力(廟旺)」與「最失力(落陷)」之地,供快速判斷星力。完整廟旺利平陷以排盤表為準,各家用字略有出入,但下列旺陷之要,判斷實用度最高: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4E659-8396-4150-83F0-46CC066E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006</a:t>
            </a:r>
          </a:p>
        </p:txBody>
      </p:sp>
    </p:spTree>
    <p:extLst>
      <p:ext uri="{BB962C8B-B14F-4D97-AF65-F5344CB8AC3E}">
        <p14:creationId xmlns:p14="http://schemas.microsoft.com/office/powerpoint/2010/main" val="1012871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9C4E6-A24A-4E14-B3FB-2D82233E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70E43-939D-4C3E-83EF-C670DC1D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貳、主星旺陷提要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C9A85-963D-4940-A5A2-51270EEA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主星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廟旺得力之地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落陷失力之地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判讀重點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午(入廟)、子丑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辰戌(天羅地網受制)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帝星喜午,得輔更貴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卯酉、辰戌、巳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丑未較弱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動星喜得地,忌陷則浮動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卯辰巳午(晝、東南)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戌亥子(夜、西北)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宜旺不宜陷,陷傷貴氣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辰戌丑未、巳亥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較弱於寅卯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財星喜墓庫,得祿更佳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巳亥、寅卯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較弱於丑未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福星喜得地,陷則欠衝勁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寅申(入廟)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巳亥(落陷)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陷地桃花浮蕩、忌尤凶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得地者多(丑卯巳未酉亥)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無真陷,忌空劫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庫喜實,最怕空劫成空庫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4675A-8DDA-4306-9C30-3BC8FBBA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007</a:t>
            </a:r>
          </a:p>
        </p:txBody>
      </p:sp>
    </p:spTree>
    <p:extLst>
      <p:ext uri="{BB962C8B-B14F-4D97-AF65-F5344CB8AC3E}">
        <p14:creationId xmlns:p14="http://schemas.microsoft.com/office/powerpoint/2010/main" val="498513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8C07A-9C1A-4D83-ACFC-8BB770F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442E9-BFBB-4F27-991E-19C0C716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貳、主星旺陷提要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CFC21-A3F1-4259-A1E0-AFE9615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酉戌亥子(夜、西)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卯辰巳午(晝、東)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與太陽相反,宜夜宜西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辰戌丑未、子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陷於巳亥(易浮蕩)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墓庫藏鋒,水地防泛桃花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卯酉、子午寅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辰戌較弱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暗曜喜太陽照,子午逢祿貴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子午寅申、丑未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卯酉較弱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印星重夾宮,喜財蔭夾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子午、丑未辰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巳亥較弱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蔭星喜廟,會日成陽梁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寅申子午、辰戌丑未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較弱需見祿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將星喜見祿化肅殺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子午、辰戌丑未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水鄉逢煞防泛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耗星喜紫微同宮收束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E4D5B-7282-4380-A17D-7FDC68B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008</a:t>
            </a:r>
          </a:p>
        </p:txBody>
      </p:sp>
    </p:spTree>
    <p:extLst>
      <p:ext uri="{BB962C8B-B14F-4D97-AF65-F5344CB8AC3E}">
        <p14:creationId xmlns:p14="http://schemas.microsoft.com/office/powerpoint/2010/main" val="565839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B8D72-9E1C-4184-BB1B-2EBCB83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5DC54-3D3E-48F0-90ED-C2FCF4E5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貳、主星旺陷提要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55875-5400-4840-AAA5-523A7839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9BB53-63D2-4012-B7FA-1E6947CB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0C8E4-6229-4211-A6C7-95BA7DCE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※ 最實用三口訣: 太陽宜旺不宜陷、太陰宜夜宜西、廉貞陷於巳亥。這三條考驗最多、也最常用,務必背熟。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06249-68B4-4799-BD81-0638791D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009</a:t>
            </a:r>
          </a:p>
        </p:txBody>
      </p:sp>
    </p:spTree>
    <p:extLst>
      <p:ext uri="{BB962C8B-B14F-4D97-AF65-F5344CB8AC3E}">
        <p14:creationId xmlns:p14="http://schemas.microsoft.com/office/powerpoint/2010/main" val="239171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0CBF6-02F6-4802-B8F3-9F0CD86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ACB86-9961-4129-AC11-ECCFE552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參、十二基本盤面與雙星組合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60E38-C2FB-4790-A381-F65B256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B4BBD-504D-4E16-8837-A4AAB1A1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50485-6907-4149-9315-1F7771CB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星可落十二地支之一,每一種落點就決定一整張盤的主星分布,故命盤共有「十二種基本盤面」。在這些盤面中,主星或單守一宮、或兩顆同宮,形成固定的「雙星組合」。雙星同宮會產生「一加一大於二」的新星情——這是論命從單星進入組合的關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19DCC-80D6-42B5-A8D1-3BE772C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010</a:t>
            </a:r>
          </a:p>
        </p:txBody>
      </p:sp>
    </p:spTree>
    <p:extLst>
      <p:ext uri="{BB962C8B-B14F-4D97-AF65-F5344CB8AC3E}">
        <p14:creationId xmlns:p14="http://schemas.microsoft.com/office/powerpoint/2010/main" val="1229756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96793-56D6-4702-9317-C62B943F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081FB-591F-4C3F-A180-5E0D2F14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主要雙星組合星情速查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58FB7-E9EB-4809-8E62-4640ECA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組合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同宮地支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星情關鍵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紫微天府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帝庫同宮,穩重尊貴、保守能守成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紫微貪狼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帝星帶桃花,重欲望享受、才藝風流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紫微天相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帝星得印,端正有格、善輔佐管理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紫微七殺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化殺為權,威權剛毅、能獨當一面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紫微破軍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帝星帶耗,開創變革、破而後立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武曲天府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子午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雙財庫,善理財聚財、務實穩健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武曲貪狼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財星帶欲,先貧後富、晚發橫發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217CC-A7EF-4467-85AA-ACB267F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011</a:t>
            </a:r>
          </a:p>
        </p:txBody>
      </p:sp>
    </p:spTree>
    <p:extLst>
      <p:ext uri="{BB962C8B-B14F-4D97-AF65-F5344CB8AC3E}">
        <p14:creationId xmlns:p14="http://schemas.microsoft.com/office/powerpoint/2010/main" val="92354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A8493-269E-4A1D-90A5-F0ACF96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C4270-C87B-4B43-8E9D-123C5AE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主要雙星組合星情速查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D5EAA-CCBE-4EEE-BE7A-937A09E3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武曲七殺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剛金肅殺,決斷剛烈、宜專技開創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武曲破軍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巳亥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財耗交加,勞碌先破後成、財起伏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廉貞天府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囚星入庫,能收斂務實、善守成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廉貞貪狼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巳亥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雙桃花,多情風流、應酬慾望強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廉貞七殺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丑未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積富之格,剛烈開創、路上埋屍格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廉貞破軍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動盪開創,剛猛敢變、起伏大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機陰(天機太陰)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機巧細膩,近文藝規劃、多動多思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機梁(天機天梁)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善談近道,清高機辯、宜宗教五術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81EB3-18BA-4FBA-A198-D1DE6A00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012</a:t>
            </a:r>
          </a:p>
        </p:txBody>
      </p:sp>
    </p:spTree>
    <p:extLst>
      <p:ext uri="{BB962C8B-B14F-4D97-AF65-F5344CB8AC3E}">
        <p14:creationId xmlns:p14="http://schemas.microsoft.com/office/powerpoint/2010/main" val="10524513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AAAA7-8F67-4488-847E-6BA77FA2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10A5F-C42C-4ABA-889C-967AA6B6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主要雙星組合星情速查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B18E6-D27C-49BB-95A1-7C3DEAC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機巨(天機巨門)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口才機辯,善研究口舌、宜以口為業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同陰(天同太陰)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子午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溫柔享福,情感細膩、近水近財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同梁(天同天梁)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安逸蔭福,規律受薪、機月同梁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同巨(天同巨門)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情緒口舌,多感多疑、須防是非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日月(太陽太陰)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丑未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光明與情,貴富並具、心情起伏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陽梁(太陽天梁)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貴蔭近貴,會昌祿成國考功名格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陽巨(太陽巨門)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異族揚名,以口生財、宜口才之業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71B88-22A7-443D-9637-9DA22215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013</a:t>
            </a:r>
          </a:p>
        </p:txBody>
      </p:sp>
    </p:spTree>
    <p:extLst>
      <p:ext uri="{BB962C8B-B14F-4D97-AF65-F5344CB8AC3E}">
        <p14:creationId xmlns:p14="http://schemas.microsoft.com/office/powerpoint/2010/main" val="2439496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5EE7F-1306-4D3C-8434-A425CACC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067AD-7B98-498F-9B9C-7D2E28F7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肆、星情合成:四元素疊加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96B17-38B8-4E3C-954A-EDD37C32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98FD9-C045-4690-ADBE-62CE990B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E9D86-F665-41BB-B42B-1D35637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一組完整的星情判讀,是把四個元素疊在一起看,缺一不可: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① 主星(本性):這組是什麼演員?——如貪狼,主慾望才藝。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② 亮度(強弱):廟旺則本性盡顯,落陷則本性打折。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③ 四化(動力吉凶):化祿則得財順、化忌則糾纏受阻。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④ 吉煞(助阻):會吉則加分成格、會煞則看制化。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58A02-0DB8-4E9A-827A-4543D95C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014</a:t>
            </a:r>
          </a:p>
        </p:txBody>
      </p:sp>
    </p:spTree>
    <p:extLst>
      <p:ext uri="{BB962C8B-B14F-4D97-AF65-F5344CB8AC3E}">
        <p14:creationId xmlns:p14="http://schemas.microsoft.com/office/powerpoint/2010/main" val="11615812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59630-6AEF-435E-BCE9-5F8E8C38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28615-C4AC-418E-BF9B-8E61B7F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肆、星情合成:四元素疊加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D5732-F611-4CBE-8CFB-B5AA8B0E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合成示範 例:「貪狼(慾望才藝)+ 廟於辰(得地藏鋒)+ 化祿(戊,財緣旺)+ 會火星(火貪暴發)」 → 合判:才華洋溢、善經營人脈,中年有一次橫發資財的機遇,宜守成勿驕。 同一顆貪狼,若改為「陷 + 化忌 + 會咸池空劫」→ 感情糾葛、財來成空,宜宗教技藝安身。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5EFBF-1F55-41C0-A599-D1770652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015</a:t>
            </a:r>
          </a:p>
        </p:txBody>
      </p:sp>
    </p:spTree>
    <p:extLst>
      <p:ext uri="{BB962C8B-B14F-4D97-AF65-F5344CB8AC3E}">
        <p14:creationId xmlns:p14="http://schemas.microsoft.com/office/powerpoint/2010/main" val="14107151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7E096-3CA3-43AA-951B-B216058F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2698E-558D-4560-AA96-2319C246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E9348-4051-4E01-B296-A2E39B97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35861-91D9-4269-B3A8-6689F999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CBEC0-E8B0-40FC-AA35-45E49504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亮度五級由強到弱依序為?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凶(煞)星「廟旺」時,吉凶如何變化?為什麼?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命宮空宮時,如何論斷?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太陽、太陰的旺地各在何方?為何相反?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「武曲貪狼」同宮主什麼?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E0BC2-496A-43A2-95A3-0A9A9B39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016</a:t>
            </a:r>
          </a:p>
        </p:txBody>
      </p:sp>
    </p:spTree>
    <p:extLst>
      <p:ext uri="{BB962C8B-B14F-4D97-AF65-F5344CB8AC3E}">
        <p14:creationId xmlns:p14="http://schemas.microsoft.com/office/powerpoint/2010/main" val="13376662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B2CAF-7F18-4271-BA9E-ABF8E77F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5789F-1CFC-43C1-8556-EDC29B6C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2B9E8-8715-43DB-B480-2AB5859F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89D80-3A1F-4849-BA5B-553ECA58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E6B59-4577-4042-879D-18A7A01E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合成:「太陰(富)+ 落陷 + 化忌 + 會擎羊」於財帛,你怎麼判?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EF2CB-9328-42E7-9610-1D4150A6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017</a:t>
            </a:r>
          </a:p>
        </p:txBody>
      </p:sp>
    </p:spTree>
    <p:extLst>
      <p:ext uri="{BB962C8B-B14F-4D97-AF65-F5344CB8AC3E}">
        <p14:creationId xmlns:p14="http://schemas.microsoft.com/office/powerpoint/2010/main" val="494863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06096-66DE-4B04-A06D-5F912DA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5C6FE-5A64-4AB0-BFCA-5CB2DC7A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765E6-2BBE-4812-A3BC-19C37939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067A6-28C7-4977-90AF-5F963EDA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58C3D-8D9C-4997-956F-E2A904BF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在自己命盤上,判斷命宮主星的亮度,並合成一句完整星情。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任選三組雙星組合,各寫出其星情關鍵與一位對應的人物。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背熟「太陽宜旺、太陰宜夜、廉貞陷巳亥」三口訣。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4E686-9D7B-4DE7-8F43-BB1C38AA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018</a:t>
            </a:r>
          </a:p>
        </p:txBody>
      </p:sp>
    </p:spTree>
    <p:extLst>
      <p:ext uri="{BB962C8B-B14F-4D97-AF65-F5344CB8AC3E}">
        <p14:creationId xmlns:p14="http://schemas.microsoft.com/office/powerpoint/2010/main" val="13445658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DE2FF-9559-47C2-9C17-F006AFAB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14B40-C511-4D92-BACA-2C6CE9B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7BF02-8506-4971-BE75-0C29AC1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第九堂:三方四正與格局(上)· 富貴格局。將學會用三方四正看整體盤面,並認識君臣慶會、陽梁昌祿、火貪暴發等富貴格局的成立條件。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7701B-778C-48DC-87DC-2BA7B511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019</a:t>
            </a:r>
          </a:p>
        </p:txBody>
      </p:sp>
    </p:spTree>
    <p:extLst>
      <p:ext uri="{BB962C8B-B14F-4D97-AF65-F5344CB8AC3E}">
        <p14:creationId xmlns:p14="http://schemas.microsoft.com/office/powerpoint/2010/main" val="183351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1C16C-E999-4071-B833-23BC640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04CBF-3D10-4837-AACD-16D10812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56FAD-52CE-4C8F-AC00-D7ACA1BA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E9886-9D5A-4EE4-8CFC-C7950292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BF139-028A-446D-B3DF-ECB5FC0C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9D34-A249-4C09-A124-B336F7EC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捌   020</a:t>
            </a:r>
          </a:p>
        </p:txBody>
      </p:sp>
    </p:spTree>
    <p:extLst>
      <p:ext uri="{BB962C8B-B14F-4D97-AF65-F5344CB8AC3E}">
        <p14:creationId xmlns:p14="http://schemas.microsoft.com/office/powerpoint/2010/main" val="1938359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2026-09-13T05:36:48.9500000Z</dcterms:created>
  <dcterms:modified xsi:type="dcterms:W3CDTF">2026-09-13T05:36:48.9500000Z</dcterms:modified>
</coreProperties>
</file>